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33" autoAdjust="0"/>
  </p:normalViewPr>
  <p:slideViewPr>
    <p:cSldViewPr snapToGrid="0">
      <p:cViewPr>
        <p:scale>
          <a:sx n="98" d="100"/>
          <a:sy n="98" d="100"/>
        </p:scale>
        <p:origin x="24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FFD8E-3172-4FCA-99DE-85E641A7B9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05EA2-092B-4CAD-B776-6FF6878F3E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5EA2-092B-4CAD-B776-6FF6878F3E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DF161-3B7D-4827-B100-0A9E5DBF2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F7B0E-FD67-4ADC-9A35-0882E1771B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18821" y="2379663"/>
            <a:ext cx="177800" cy="3381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10800000">
            <a:off x="727473" y="2379663"/>
            <a:ext cx="160495" cy="9525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727472" y="2717800"/>
            <a:ext cx="83577" cy="801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811049" y="2303450"/>
            <a:ext cx="0" cy="76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endCxn id="6" idx="1"/>
          </p:cNvCxnSpPr>
          <p:nvPr/>
        </p:nvCxnSpPr>
        <p:spPr>
          <a:xfrm flipV="1">
            <a:off x="487166" y="2548732"/>
            <a:ext cx="231655" cy="25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流程图: 手动操作 48"/>
          <p:cNvSpPr/>
          <p:nvPr/>
        </p:nvSpPr>
        <p:spPr>
          <a:xfrm rot="16200000">
            <a:off x="236120" y="2464933"/>
            <a:ext cx="333110" cy="162568"/>
          </a:xfrm>
          <a:prstGeom prst="flowChartManualOperat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619789" y="2123517"/>
            <a:ext cx="58284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CLK</a:t>
            </a:r>
            <a:endParaRPr lang="zh-CN" altLang="en-US" sz="900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311461" y="2375416"/>
            <a:ext cx="987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0</a:t>
            </a:r>
            <a:endParaRPr lang="zh-CN" altLang="en-US" sz="900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275000" y="2506749"/>
            <a:ext cx="30421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1</a:t>
            </a:r>
            <a:endParaRPr lang="zh-CN" altLang="en-US" sz="900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410103" y="2320046"/>
            <a:ext cx="43909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PCF</a:t>
            </a:r>
            <a:endParaRPr lang="zh-CN" altLang="en-US" sz="900" b="1" dirty="0"/>
          </a:p>
        </p:txBody>
      </p:sp>
      <p:cxnSp>
        <p:nvCxnSpPr>
          <p:cNvPr id="55" name="直接连接符 54"/>
          <p:cNvCxnSpPr>
            <a:stCxn id="6" idx="3"/>
          </p:cNvCxnSpPr>
          <p:nvPr/>
        </p:nvCxnSpPr>
        <p:spPr>
          <a:xfrm>
            <a:off x="896621" y="2548732"/>
            <a:ext cx="239268" cy="21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829107" y="2318002"/>
            <a:ext cx="43909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PCF</a:t>
            </a:r>
            <a:endParaRPr lang="zh-CN" altLang="en-US" sz="900" b="1" dirty="0"/>
          </a:p>
        </p:txBody>
      </p:sp>
      <p:sp>
        <p:nvSpPr>
          <p:cNvPr id="58" name="矩形 57"/>
          <p:cNvSpPr/>
          <p:nvPr/>
        </p:nvSpPr>
        <p:spPr>
          <a:xfrm>
            <a:off x="1134144" y="2286357"/>
            <a:ext cx="608334" cy="1004579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119613" y="2425934"/>
            <a:ext cx="14853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A</a:t>
            </a:r>
            <a:endParaRPr lang="zh-CN" altLang="en-US" sz="9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1437053" y="2418596"/>
            <a:ext cx="34903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RD</a:t>
            </a:r>
            <a:endParaRPr lang="zh-CN" altLang="en-US" sz="9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1101355" y="2630958"/>
            <a:ext cx="670199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指令内存</a:t>
            </a:r>
            <a:endParaRPr lang="zh-CN" altLang="en-US" sz="900" b="1" dirty="0"/>
          </a:p>
        </p:txBody>
      </p:sp>
      <p:cxnSp>
        <p:nvCxnSpPr>
          <p:cNvPr id="67" name="直接连接符 66"/>
          <p:cNvCxnSpPr/>
          <p:nvPr/>
        </p:nvCxnSpPr>
        <p:spPr>
          <a:xfrm>
            <a:off x="1742478" y="2548732"/>
            <a:ext cx="76152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1818630" y="2290602"/>
            <a:ext cx="139608" cy="2380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 rot="10800000">
            <a:off x="1828933" y="2291654"/>
            <a:ext cx="119002" cy="8905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 rot="16200000">
            <a:off x="617748" y="2504247"/>
            <a:ext cx="33853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EN</a:t>
            </a:r>
            <a:endParaRPr lang="zh-CN" altLang="en-US" sz="900" b="1" dirty="0"/>
          </a:p>
        </p:txBody>
      </p:sp>
      <p:sp>
        <p:nvSpPr>
          <p:cNvPr id="72" name="文本框 71"/>
          <p:cNvSpPr txBox="1"/>
          <p:nvPr/>
        </p:nvSpPr>
        <p:spPr>
          <a:xfrm rot="16200000">
            <a:off x="1696638" y="4477667"/>
            <a:ext cx="33853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EN</a:t>
            </a:r>
            <a:endParaRPr lang="zh-CN" altLang="en-US" sz="600" b="1" dirty="0"/>
          </a:p>
        </p:txBody>
      </p:sp>
      <p:sp>
        <p:nvSpPr>
          <p:cNvPr id="73" name="文本框 72"/>
          <p:cNvSpPr txBox="1"/>
          <p:nvPr/>
        </p:nvSpPr>
        <p:spPr>
          <a:xfrm rot="16200000">
            <a:off x="1755511" y="4477667"/>
            <a:ext cx="33853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CLR</a:t>
            </a:r>
            <a:endParaRPr lang="zh-CN" altLang="en-US" sz="600" b="1" dirty="0"/>
          </a:p>
        </p:txBody>
      </p:sp>
      <p:sp>
        <p:nvSpPr>
          <p:cNvPr id="74" name="椭圆 73"/>
          <p:cNvSpPr/>
          <p:nvPr/>
        </p:nvSpPr>
        <p:spPr>
          <a:xfrm>
            <a:off x="1818630" y="4672505"/>
            <a:ext cx="83577" cy="801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2" name="直接连接符 81"/>
          <p:cNvCxnSpPr/>
          <p:nvPr/>
        </p:nvCxnSpPr>
        <p:spPr>
          <a:xfrm>
            <a:off x="1513296" y="3654504"/>
            <a:ext cx="0" cy="47523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1202632" y="3565497"/>
            <a:ext cx="312942" cy="971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202632" y="3559878"/>
            <a:ext cx="0" cy="300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1200887" y="3854496"/>
            <a:ext cx="155308" cy="5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1200354" y="3948002"/>
            <a:ext cx="0" cy="300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flipV="1">
            <a:off x="1193880" y="3911600"/>
            <a:ext cx="161443" cy="36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/>
        </p:nvCxnSpPr>
        <p:spPr>
          <a:xfrm flipV="1">
            <a:off x="1193880" y="4129742"/>
            <a:ext cx="326628" cy="119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加号 140"/>
          <p:cNvSpPr/>
          <p:nvPr/>
        </p:nvSpPr>
        <p:spPr>
          <a:xfrm>
            <a:off x="1400381" y="3854496"/>
            <a:ext cx="81258" cy="9718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931596" y="3981498"/>
            <a:ext cx="30421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4</a:t>
            </a:r>
            <a:endParaRPr lang="zh-CN" altLang="en-US" sz="900" b="1" dirty="0"/>
          </a:p>
        </p:txBody>
      </p:sp>
      <p:cxnSp>
        <p:nvCxnSpPr>
          <p:cNvPr id="143" name="直接连接符 142"/>
          <p:cNvCxnSpPr/>
          <p:nvPr/>
        </p:nvCxnSpPr>
        <p:spPr>
          <a:xfrm>
            <a:off x="1124202" y="4107804"/>
            <a:ext cx="761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>
            <a:off x="1007277" y="2549029"/>
            <a:ext cx="0" cy="116131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1007277" y="3710339"/>
            <a:ext cx="193077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769260" y="2797950"/>
            <a:ext cx="4483" cy="3170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" name="矩形: 圆角 162"/>
          <p:cNvSpPr/>
          <p:nvPr/>
        </p:nvSpPr>
        <p:spPr>
          <a:xfrm>
            <a:off x="579120" y="5968365"/>
            <a:ext cx="10311130" cy="4191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4" name="文本框 163"/>
          <p:cNvSpPr txBox="1"/>
          <p:nvPr/>
        </p:nvSpPr>
        <p:spPr>
          <a:xfrm rot="16200000">
            <a:off x="500088" y="5709947"/>
            <a:ext cx="437465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StallF</a:t>
            </a:r>
            <a:endParaRPr lang="zh-CN" altLang="en-US" sz="700" b="1" dirty="0"/>
          </a:p>
        </p:txBody>
      </p:sp>
      <p:sp>
        <p:nvSpPr>
          <p:cNvPr id="165" name="文本框 164"/>
          <p:cNvSpPr txBox="1"/>
          <p:nvPr/>
        </p:nvSpPr>
        <p:spPr>
          <a:xfrm rot="16200000">
            <a:off x="1575901" y="5709946"/>
            <a:ext cx="449981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StallD</a:t>
            </a:r>
            <a:endParaRPr lang="zh-CN" altLang="en-US" sz="700" b="1" dirty="0"/>
          </a:p>
        </p:txBody>
      </p:sp>
      <p:sp>
        <p:nvSpPr>
          <p:cNvPr id="166" name="文本框 165"/>
          <p:cNvSpPr txBox="1"/>
          <p:nvPr/>
        </p:nvSpPr>
        <p:spPr>
          <a:xfrm rot="16200000">
            <a:off x="1785678" y="5709945"/>
            <a:ext cx="462865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FlushD</a:t>
            </a:r>
            <a:endParaRPr lang="zh-CN" altLang="en-US" sz="700" b="1" dirty="0"/>
          </a:p>
        </p:txBody>
      </p:sp>
      <p:cxnSp>
        <p:nvCxnSpPr>
          <p:cNvPr id="172" name="直接连接符 171"/>
          <p:cNvCxnSpPr>
            <a:stCxn id="74" idx="4"/>
          </p:cNvCxnSpPr>
          <p:nvPr/>
        </p:nvCxnSpPr>
        <p:spPr>
          <a:xfrm flipH="1">
            <a:off x="1860418" y="4752655"/>
            <a:ext cx="1" cy="1215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>
            <a:off x="1941419" y="4671468"/>
            <a:ext cx="11696" cy="1296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直接连接符 183"/>
          <p:cNvCxnSpPr/>
          <p:nvPr/>
        </p:nvCxnSpPr>
        <p:spPr>
          <a:xfrm flipV="1">
            <a:off x="1007277" y="3443918"/>
            <a:ext cx="811353" cy="57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直接连接符 186"/>
          <p:cNvCxnSpPr/>
          <p:nvPr/>
        </p:nvCxnSpPr>
        <p:spPr>
          <a:xfrm>
            <a:off x="1513296" y="3903089"/>
            <a:ext cx="164374" cy="0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>
            <a:off x="1669733" y="3903089"/>
            <a:ext cx="0" cy="68796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>
            <a:off x="218758" y="2463007"/>
            <a:ext cx="102633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>
            <a:off x="58420" y="2630958"/>
            <a:ext cx="262971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>
            <a:off x="224960" y="2463007"/>
            <a:ext cx="30320" cy="212804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>
            <a:off x="60719" y="2624612"/>
            <a:ext cx="23149" cy="223155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255280" y="4591050"/>
            <a:ext cx="1566019" cy="0"/>
          </a:xfrm>
          <a:prstGeom prst="line">
            <a:avLst/>
          </a:prstGeom>
          <a:ln w="12700">
            <a:solidFill>
              <a:schemeClr val="dk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9" name="文本框 218"/>
          <p:cNvSpPr txBox="1"/>
          <p:nvPr/>
        </p:nvSpPr>
        <p:spPr>
          <a:xfrm>
            <a:off x="1075078" y="4398873"/>
            <a:ext cx="66504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PCPlus4F</a:t>
            </a:r>
            <a:endParaRPr lang="zh-CN" altLang="en-US" sz="800" b="1" dirty="0"/>
          </a:p>
        </p:txBody>
      </p:sp>
      <p:cxnSp>
        <p:nvCxnSpPr>
          <p:cNvPr id="222" name="直接连接符 221"/>
          <p:cNvCxnSpPr/>
          <p:nvPr/>
        </p:nvCxnSpPr>
        <p:spPr>
          <a:xfrm>
            <a:off x="1892124" y="2210117"/>
            <a:ext cx="0" cy="76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3" name="文本框 222"/>
          <p:cNvSpPr txBox="1"/>
          <p:nvPr/>
        </p:nvSpPr>
        <p:spPr>
          <a:xfrm>
            <a:off x="1700864" y="2030184"/>
            <a:ext cx="3930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CLK</a:t>
            </a:r>
            <a:endParaRPr lang="zh-CN" altLang="en-US" sz="900" b="1" dirty="0"/>
          </a:p>
        </p:txBody>
      </p:sp>
      <p:cxnSp>
        <p:nvCxnSpPr>
          <p:cNvPr id="224" name="直接连接符 223"/>
          <p:cNvCxnSpPr/>
          <p:nvPr/>
        </p:nvCxnSpPr>
        <p:spPr>
          <a:xfrm>
            <a:off x="391612" y="373029"/>
            <a:ext cx="0" cy="2037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>
            <a:off x="1958238" y="2549019"/>
            <a:ext cx="455713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文本框 230"/>
          <p:cNvSpPr txBox="1"/>
          <p:nvPr/>
        </p:nvSpPr>
        <p:spPr>
          <a:xfrm>
            <a:off x="1957220" y="2340986"/>
            <a:ext cx="58284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 err="1"/>
              <a:t>InstrD</a:t>
            </a:r>
            <a:endParaRPr lang="zh-CN" altLang="en-US" sz="800" b="1" dirty="0"/>
          </a:p>
        </p:txBody>
      </p:sp>
      <p:cxnSp>
        <p:nvCxnSpPr>
          <p:cNvPr id="232" name="直接连接符 231"/>
          <p:cNvCxnSpPr/>
          <p:nvPr/>
        </p:nvCxnSpPr>
        <p:spPr>
          <a:xfrm>
            <a:off x="2413951" y="1410310"/>
            <a:ext cx="0" cy="28666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2413951" y="1518899"/>
            <a:ext cx="2282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>
            <a:off x="2413951" y="1685945"/>
            <a:ext cx="2282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直接连接符 238"/>
          <p:cNvCxnSpPr/>
          <p:nvPr/>
        </p:nvCxnSpPr>
        <p:spPr>
          <a:xfrm>
            <a:off x="2413951" y="1844623"/>
            <a:ext cx="2282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1" name="矩形: 圆角 240"/>
          <p:cNvSpPr/>
          <p:nvPr/>
        </p:nvSpPr>
        <p:spPr>
          <a:xfrm>
            <a:off x="2642173" y="677953"/>
            <a:ext cx="364079" cy="139566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文本框 245"/>
          <p:cNvSpPr txBox="1"/>
          <p:nvPr/>
        </p:nvSpPr>
        <p:spPr>
          <a:xfrm>
            <a:off x="2387383" y="1377433"/>
            <a:ext cx="322718" cy="1692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6:0</a:t>
            </a:r>
            <a:endParaRPr lang="zh-CN" altLang="en-US" sz="500" b="1" dirty="0"/>
          </a:p>
        </p:txBody>
      </p:sp>
      <p:sp>
        <p:nvSpPr>
          <p:cNvPr id="247" name="文本框 246"/>
          <p:cNvSpPr txBox="1"/>
          <p:nvPr/>
        </p:nvSpPr>
        <p:spPr>
          <a:xfrm>
            <a:off x="2346022" y="1546710"/>
            <a:ext cx="364079" cy="1722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14:12</a:t>
            </a:r>
            <a:endParaRPr lang="zh-CN" altLang="en-US" sz="500" b="1" dirty="0"/>
          </a:p>
        </p:txBody>
      </p:sp>
      <p:sp>
        <p:nvSpPr>
          <p:cNvPr id="249" name="文本框 248"/>
          <p:cNvSpPr txBox="1"/>
          <p:nvPr/>
        </p:nvSpPr>
        <p:spPr>
          <a:xfrm>
            <a:off x="2403180" y="1709846"/>
            <a:ext cx="322718" cy="1692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30</a:t>
            </a:r>
            <a:endParaRPr lang="zh-CN" altLang="en-US" sz="500" b="1" dirty="0"/>
          </a:p>
        </p:txBody>
      </p:sp>
      <p:sp>
        <p:nvSpPr>
          <p:cNvPr id="250" name="文本框 249"/>
          <p:cNvSpPr txBox="1"/>
          <p:nvPr/>
        </p:nvSpPr>
        <p:spPr>
          <a:xfrm>
            <a:off x="2612568" y="708784"/>
            <a:ext cx="4836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控制单元</a:t>
            </a:r>
            <a:endParaRPr lang="zh-CN" altLang="en-US" sz="900" b="1" dirty="0"/>
          </a:p>
        </p:txBody>
      </p:sp>
      <p:sp>
        <p:nvSpPr>
          <p:cNvPr id="251" name="文本框 250"/>
          <p:cNvSpPr txBox="1"/>
          <p:nvPr/>
        </p:nvSpPr>
        <p:spPr>
          <a:xfrm>
            <a:off x="2569220" y="1407667"/>
            <a:ext cx="32134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op</a:t>
            </a:r>
            <a:endParaRPr lang="zh-CN" altLang="en-US" sz="800" b="1" dirty="0"/>
          </a:p>
        </p:txBody>
      </p:sp>
      <p:sp>
        <p:nvSpPr>
          <p:cNvPr id="252" name="文本框 251"/>
          <p:cNvSpPr txBox="1"/>
          <p:nvPr/>
        </p:nvSpPr>
        <p:spPr>
          <a:xfrm>
            <a:off x="2569220" y="1575388"/>
            <a:ext cx="48366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funct3</a:t>
            </a:r>
            <a:endParaRPr lang="zh-CN" altLang="en-US" sz="800" b="1" dirty="0"/>
          </a:p>
        </p:txBody>
      </p:sp>
      <p:sp>
        <p:nvSpPr>
          <p:cNvPr id="253" name="文本框 252"/>
          <p:cNvSpPr txBox="1"/>
          <p:nvPr/>
        </p:nvSpPr>
        <p:spPr>
          <a:xfrm>
            <a:off x="2566109" y="1744038"/>
            <a:ext cx="5162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funct7</a:t>
            </a:r>
            <a:r>
              <a:rPr lang="en-US" altLang="zh-CN" sz="500" b="1" dirty="0"/>
              <a:t>5</a:t>
            </a:r>
            <a:endParaRPr lang="zh-CN" altLang="en-US" sz="800" b="1" dirty="0"/>
          </a:p>
        </p:txBody>
      </p:sp>
      <p:sp>
        <p:nvSpPr>
          <p:cNvPr id="254" name="矩形 253"/>
          <p:cNvSpPr/>
          <p:nvPr/>
        </p:nvSpPr>
        <p:spPr>
          <a:xfrm>
            <a:off x="2636964" y="2296493"/>
            <a:ext cx="911920" cy="992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椭圆 254"/>
          <p:cNvSpPr/>
          <p:nvPr/>
        </p:nvSpPr>
        <p:spPr>
          <a:xfrm>
            <a:off x="2765424" y="2244125"/>
            <a:ext cx="45719" cy="526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9" name="直接连接符 258"/>
          <p:cNvCxnSpPr>
            <a:endCxn id="255" idx="0"/>
          </p:cNvCxnSpPr>
          <p:nvPr/>
        </p:nvCxnSpPr>
        <p:spPr>
          <a:xfrm>
            <a:off x="2788284" y="2194541"/>
            <a:ext cx="0" cy="49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1" name="文本框 260"/>
          <p:cNvSpPr txBox="1"/>
          <p:nvPr/>
        </p:nvSpPr>
        <p:spPr>
          <a:xfrm>
            <a:off x="2599147" y="2030184"/>
            <a:ext cx="58284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CLK</a:t>
            </a:r>
            <a:endParaRPr lang="zh-CN" altLang="en-US" sz="900" b="1" dirty="0"/>
          </a:p>
        </p:txBody>
      </p:sp>
      <p:sp>
        <p:nvSpPr>
          <p:cNvPr id="262" name="等腰三角形 261"/>
          <p:cNvSpPr/>
          <p:nvPr/>
        </p:nvSpPr>
        <p:spPr>
          <a:xfrm rot="10800000">
            <a:off x="2728782" y="2297804"/>
            <a:ext cx="119002" cy="8905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文本框 262"/>
          <p:cNvSpPr txBox="1"/>
          <p:nvPr/>
        </p:nvSpPr>
        <p:spPr>
          <a:xfrm>
            <a:off x="2610435" y="2341556"/>
            <a:ext cx="35334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A1</a:t>
            </a:r>
            <a:endParaRPr lang="zh-CN" altLang="en-US" sz="900" b="1" dirty="0"/>
          </a:p>
        </p:txBody>
      </p:sp>
      <p:sp>
        <p:nvSpPr>
          <p:cNvPr id="264" name="文本框 263"/>
          <p:cNvSpPr txBox="1"/>
          <p:nvPr/>
        </p:nvSpPr>
        <p:spPr>
          <a:xfrm>
            <a:off x="2607510" y="2665331"/>
            <a:ext cx="35334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A2</a:t>
            </a:r>
            <a:endParaRPr lang="zh-CN" altLang="en-US" sz="900" b="1" dirty="0"/>
          </a:p>
        </p:txBody>
      </p:sp>
      <p:sp>
        <p:nvSpPr>
          <p:cNvPr id="265" name="文本框 264"/>
          <p:cNvSpPr txBox="1"/>
          <p:nvPr/>
        </p:nvSpPr>
        <p:spPr>
          <a:xfrm>
            <a:off x="2607510" y="2836705"/>
            <a:ext cx="35334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A3</a:t>
            </a:r>
            <a:endParaRPr lang="zh-CN" altLang="en-US" sz="900" b="1" dirty="0"/>
          </a:p>
        </p:txBody>
      </p:sp>
      <p:sp>
        <p:nvSpPr>
          <p:cNvPr id="266" name="文本框 265"/>
          <p:cNvSpPr txBox="1"/>
          <p:nvPr/>
        </p:nvSpPr>
        <p:spPr>
          <a:xfrm>
            <a:off x="2607510" y="3000374"/>
            <a:ext cx="45260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WD3</a:t>
            </a:r>
            <a:endParaRPr lang="zh-CN" altLang="en-US" sz="900" b="1" dirty="0"/>
          </a:p>
        </p:txBody>
      </p:sp>
      <p:sp>
        <p:nvSpPr>
          <p:cNvPr id="267" name="文本框 266"/>
          <p:cNvSpPr txBox="1"/>
          <p:nvPr/>
        </p:nvSpPr>
        <p:spPr>
          <a:xfrm>
            <a:off x="2872736" y="2260000"/>
            <a:ext cx="419155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WE3</a:t>
            </a:r>
            <a:endParaRPr lang="zh-CN" altLang="en-US" sz="900" b="1" dirty="0"/>
          </a:p>
        </p:txBody>
      </p:sp>
      <p:sp>
        <p:nvSpPr>
          <p:cNvPr id="268" name="文本框 267"/>
          <p:cNvSpPr txBox="1"/>
          <p:nvPr/>
        </p:nvSpPr>
        <p:spPr>
          <a:xfrm>
            <a:off x="3183367" y="2348085"/>
            <a:ext cx="4067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RD1</a:t>
            </a:r>
            <a:endParaRPr lang="zh-CN" altLang="en-US" sz="900" b="1" dirty="0"/>
          </a:p>
        </p:txBody>
      </p:sp>
      <p:sp>
        <p:nvSpPr>
          <p:cNvPr id="269" name="文本框 268"/>
          <p:cNvSpPr txBox="1"/>
          <p:nvPr/>
        </p:nvSpPr>
        <p:spPr>
          <a:xfrm>
            <a:off x="3181990" y="2673230"/>
            <a:ext cx="45685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RD2</a:t>
            </a:r>
            <a:endParaRPr lang="zh-CN" altLang="en-US" sz="900" b="1" dirty="0"/>
          </a:p>
        </p:txBody>
      </p:sp>
      <p:sp>
        <p:nvSpPr>
          <p:cNvPr id="270" name="文本框 269"/>
          <p:cNvSpPr txBox="1"/>
          <p:nvPr/>
        </p:nvSpPr>
        <p:spPr>
          <a:xfrm>
            <a:off x="2847784" y="2891615"/>
            <a:ext cx="657728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寄存器堆</a:t>
            </a:r>
            <a:endParaRPr lang="zh-CN" altLang="en-US" sz="900" b="1" dirty="0"/>
          </a:p>
        </p:txBody>
      </p:sp>
      <p:cxnSp>
        <p:nvCxnSpPr>
          <p:cNvPr id="271" name="直接连接符 270"/>
          <p:cNvCxnSpPr/>
          <p:nvPr/>
        </p:nvCxnSpPr>
        <p:spPr>
          <a:xfrm>
            <a:off x="2408742" y="2457799"/>
            <a:ext cx="2282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2" name="直接连接符 271"/>
          <p:cNvCxnSpPr/>
          <p:nvPr/>
        </p:nvCxnSpPr>
        <p:spPr>
          <a:xfrm>
            <a:off x="2406206" y="2792500"/>
            <a:ext cx="2282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直接连接符 272"/>
          <p:cNvCxnSpPr/>
          <p:nvPr/>
        </p:nvCxnSpPr>
        <p:spPr>
          <a:xfrm>
            <a:off x="2259254" y="2952121"/>
            <a:ext cx="382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直接连接符 274"/>
          <p:cNvCxnSpPr/>
          <p:nvPr/>
        </p:nvCxnSpPr>
        <p:spPr>
          <a:xfrm>
            <a:off x="2117138" y="3112298"/>
            <a:ext cx="51582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8" name="文本框 277"/>
          <p:cNvSpPr txBox="1"/>
          <p:nvPr/>
        </p:nvSpPr>
        <p:spPr>
          <a:xfrm>
            <a:off x="2360245" y="2324680"/>
            <a:ext cx="363691" cy="1692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19:15</a:t>
            </a:r>
            <a:endParaRPr lang="zh-CN" altLang="en-US" sz="500" b="1" dirty="0"/>
          </a:p>
        </p:txBody>
      </p:sp>
      <p:sp>
        <p:nvSpPr>
          <p:cNvPr id="279" name="文本框 278"/>
          <p:cNvSpPr txBox="1"/>
          <p:nvPr/>
        </p:nvSpPr>
        <p:spPr>
          <a:xfrm>
            <a:off x="2358475" y="2646829"/>
            <a:ext cx="363691" cy="1692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24:20</a:t>
            </a:r>
            <a:endParaRPr lang="zh-CN" altLang="en-US" sz="500" b="1" dirty="0"/>
          </a:p>
        </p:txBody>
      </p:sp>
      <p:sp>
        <p:nvSpPr>
          <p:cNvPr id="280" name="文本框 279"/>
          <p:cNvSpPr txBox="1"/>
          <p:nvPr/>
        </p:nvSpPr>
        <p:spPr>
          <a:xfrm>
            <a:off x="2366896" y="3473244"/>
            <a:ext cx="363691" cy="1692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19:15</a:t>
            </a:r>
            <a:endParaRPr lang="zh-CN" altLang="en-US" sz="500" b="1" dirty="0"/>
          </a:p>
        </p:txBody>
      </p:sp>
      <p:sp>
        <p:nvSpPr>
          <p:cNvPr id="282" name="文本框 281"/>
          <p:cNvSpPr txBox="1"/>
          <p:nvPr/>
        </p:nvSpPr>
        <p:spPr>
          <a:xfrm>
            <a:off x="2366896" y="3638279"/>
            <a:ext cx="363691" cy="1692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24:20</a:t>
            </a:r>
            <a:endParaRPr lang="zh-CN" altLang="en-US" sz="500" b="1" dirty="0"/>
          </a:p>
        </p:txBody>
      </p:sp>
      <p:sp>
        <p:nvSpPr>
          <p:cNvPr id="288" name="任意多边形: 形状 287"/>
          <p:cNvSpPr/>
          <p:nvPr/>
        </p:nvSpPr>
        <p:spPr>
          <a:xfrm>
            <a:off x="2413951" y="3610951"/>
            <a:ext cx="2192886" cy="6278"/>
          </a:xfrm>
          <a:custGeom>
            <a:avLst/>
            <a:gdLst>
              <a:gd name="csX0" fmla="*/ 2192886 w 2192886"/>
              <a:gd name="csY0" fmla="*/ 6278 h 6278"/>
              <a:gd name="csX1" fmla="*/ 0 w 2192886"/>
              <a:gd name="csY1" fmla="*/ 0 h 6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92886" h="6278">
                <a:moveTo>
                  <a:pt x="2192886" y="6278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任意多边形: 形状 288"/>
          <p:cNvSpPr/>
          <p:nvPr/>
        </p:nvSpPr>
        <p:spPr>
          <a:xfrm>
            <a:off x="2413951" y="3778941"/>
            <a:ext cx="2192886" cy="6278"/>
          </a:xfrm>
          <a:custGeom>
            <a:avLst/>
            <a:gdLst>
              <a:gd name="csX0" fmla="*/ 2192886 w 2192886"/>
              <a:gd name="csY0" fmla="*/ 6278 h 6278"/>
              <a:gd name="csX1" fmla="*/ 0 w 2192886"/>
              <a:gd name="csY1" fmla="*/ 0 h 6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92886" h="6278">
                <a:moveTo>
                  <a:pt x="2192886" y="6278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任意多边形: 形状 289"/>
          <p:cNvSpPr/>
          <p:nvPr/>
        </p:nvSpPr>
        <p:spPr>
          <a:xfrm>
            <a:off x="2411674" y="3938232"/>
            <a:ext cx="2192886" cy="6278"/>
          </a:xfrm>
          <a:custGeom>
            <a:avLst/>
            <a:gdLst>
              <a:gd name="csX0" fmla="*/ 2192886 w 2192886"/>
              <a:gd name="csY0" fmla="*/ 6278 h 6278"/>
              <a:gd name="csX1" fmla="*/ 0 w 2192886"/>
              <a:gd name="csY1" fmla="*/ 0 h 6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92886" h="6278">
                <a:moveTo>
                  <a:pt x="2192886" y="6278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2" name="直接连接符 291"/>
          <p:cNvCxnSpPr/>
          <p:nvPr/>
        </p:nvCxnSpPr>
        <p:spPr>
          <a:xfrm>
            <a:off x="2405365" y="4282570"/>
            <a:ext cx="2315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4" name="直接连接符 293"/>
          <p:cNvCxnSpPr/>
          <p:nvPr/>
        </p:nvCxnSpPr>
        <p:spPr>
          <a:xfrm>
            <a:off x="3573348" y="4189333"/>
            <a:ext cx="1036471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8" name="流程图: 手动输入 297"/>
          <p:cNvSpPr/>
          <p:nvPr/>
        </p:nvSpPr>
        <p:spPr>
          <a:xfrm>
            <a:off x="2636963" y="4061443"/>
            <a:ext cx="938438" cy="305497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文本框 298"/>
          <p:cNvSpPr txBox="1"/>
          <p:nvPr/>
        </p:nvSpPr>
        <p:spPr>
          <a:xfrm>
            <a:off x="2847784" y="4122366"/>
            <a:ext cx="55942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Extend</a:t>
            </a:r>
            <a:endParaRPr lang="en-US" altLang="zh-CN" sz="900" b="1" dirty="0"/>
          </a:p>
        </p:txBody>
      </p:sp>
      <p:sp>
        <p:nvSpPr>
          <p:cNvPr id="300" name="文本框 299"/>
          <p:cNvSpPr txBox="1"/>
          <p:nvPr/>
        </p:nvSpPr>
        <p:spPr>
          <a:xfrm>
            <a:off x="2366896" y="3794859"/>
            <a:ext cx="363691" cy="1692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11:7</a:t>
            </a:r>
            <a:endParaRPr lang="zh-CN" altLang="en-US" sz="500" b="1" dirty="0"/>
          </a:p>
        </p:txBody>
      </p:sp>
      <p:sp>
        <p:nvSpPr>
          <p:cNvPr id="301" name="文本框 300"/>
          <p:cNvSpPr txBox="1"/>
          <p:nvPr/>
        </p:nvSpPr>
        <p:spPr>
          <a:xfrm>
            <a:off x="2366701" y="4141117"/>
            <a:ext cx="322719" cy="1692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500" b="1" dirty="0"/>
              <a:t>31:7</a:t>
            </a:r>
            <a:endParaRPr lang="zh-CN" altLang="en-US" sz="500" b="1" dirty="0"/>
          </a:p>
        </p:txBody>
      </p:sp>
      <p:cxnSp>
        <p:nvCxnSpPr>
          <p:cNvPr id="302" name="直接连接符 301"/>
          <p:cNvCxnSpPr/>
          <p:nvPr/>
        </p:nvCxnSpPr>
        <p:spPr>
          <a:xfrm>
            <a:off x="3470299" y="102687"/>
            <a:ext cx="0" cy="21938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5" name="任意多边形: 形状 304"/>
          <p:cNvSpPr/>
          <p:nvPr/>
        </p:nvSpPr>
        <p:spPr>
          <a:xfrm>
            <a:off x="3004166" y="826517"/>
            <a:ext cx="1600723" cy="4185"/>
          </a:xfrm>
          <a:custGeom>
            <a:avLst/>
            <a:gdLst>
              <a:gd name="csX0" fmla="*/ 0 w 1600723"/>
              <a:gd name="csY0" fmla="*/ 4185 h 4185"/>
              <a:gd name="csX1" fmla="*/ 1600723 w 1600723"/>
              <a:gd name="csY1" fmla="*/ 0 h 4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0723" h="4185">
                <a:moveTo>
                  <a:pt x="0" y="4185"/>
                </a:moveTo>
                <a:lnTo>
                  <a:pt x="160072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任意多边形: 形状 305"/>
          <p:cNvSpPr/>
          <p:nvPr/>
        </p:nvSpPr>
        <p:spPr>
          <a:xfrm>
            <a:off x="3006252" y="995514"/>
            <a:ext cx="1600723" cy="4185"/>
          </a:xfrm>
          <a:custGeom>
            <a:avLst/>
            <a:gdLst>
              <a:gd name="csX0" fmla="*/ 0 w 1600723"/>
              <a:gd name="csY0" fmla="*/ 4185 h 4185"/>
              <a:gd name="csX1" fmla="*/ 1600723 w 1600723"/>
              <a:gd name="csY1" fmla="*/ 0 h 4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0723" h="4185">
                <a:moveTo>
                  <a:pt x="0" y="4185"/>
                </a:moveTo>
                <a:lnTo>
                  <a:pt x="160072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任意多边形: 形状 306"/>
          <p:cNvSpPr/>
          <p:nvPr/>
        </p:nvSpPr>
        <p:spPr>
          <a:xfrm>
            <a:off x="3006252" y="1156163"/>
            <a:ext cx="1600723" cy="4185"/>
          </a:xfrm>
          <a:custGeom>
            <a:avLst/>
            <a:gdLst>
              <a:gd name="csX0" fmla="*/ 0 w 1600723"/>
              <a:gd name="csY0" fmla="*/ 4185 h 4185"/>
              <a:gd name="csX1" fmla="*/ 1600723 w 1600723"/>
              <a:gd name="csY1" fmla="*/ 0 h 4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0723" h="4185">
                <a:moveTo>
                  <a:pt x="0" y="4185"/>
                </a:moveTo>
                <a:lnTo>
                  <a:pt x="1600723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任意多边形: 形状 307"/>
          <p:cNvSpPr/>
          <p:nvPr/>
        </p:nvSpPr>
        <p:spPr>
          <a:xfrm>
            <a:off x="3006252" y="1311165"/>
            <a:ext cx="1600723" cy="4185"/>
          </a:xfrm>
          <a:custGeom>
            <a:avLst/>
            <a:gdLst>
              <a:gd name="csX0" fmla="*/ 0 w 1600723"/>
              <a:gd name="csY0" fmla="*/ 4185 h 4185"/>
              <a:gd name="csX1" fmla="*/ 1600723 w 1600723"/>
              <a:gd name="csY1" fmla="*/ 0 h 4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0723" h="4185">
                <a:moveTo>
                  <a:pt x="0" y="4185"/>
                </a:moveTo>
                <a:lnTo>
                  <a:pt x="1600723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任意多边形: 形状 308"/>
          <p:cNvSpPr/>
          <p:nvPr/>
        </p:nvSpPr>
        <p:spPr>
          <a:xfrm>
            <a:off x="3006252" y="1482912"/>
            <a:ext cx="1600723" cy="4185"/>
          </a:xfrm>
          <a:custGeom>
            <a:avLst/>
            <a:gdLst>
              <a:gd name="csX0" fmla="*/ 0 w 1600723"/>
              <a:gd name="csY0" fmla="*/ 4185 h 4185"/>
              <a:gd name="csX1" fmla="*/ 1600723 w 1600723"/>
              <a:gd name="csY1" fmla="*/ 0 h 4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0723" h="4185">
                <a:moveTo>
                  <a:pt x="0" y="4185"/>
                </a:moveTo>
                <a:lnTo>
                  <a:pt x="1600723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0" name="任意多边形: 形状 309"/>
          <p:cNvSpPr/>
          <p:nvPr/>
        </p:nvSpPr>
        <p:spPr>
          <a:xfrm>
            <a:off x="3006252" y="1651562"/>
            <a:ext cx="1600723" cy="4185"/>
          </a:xfrm>
          <a:custGeom>
            <a:avLst/>
            <a:gdLst>
              <a:gd name="csX0" fmla="*/ 0 w 1600723"/>
              <a:gd name="csY0" fmla="*/ 4185 h 4185"/>
              <a:gd name="csX1" fmla="*/ 1600723 w 1600723"/>
              <a:gd name="csY1" fmla="*/ 0 h 4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0723" h="4185">
                <a:moveTo>
                  <a:pt x="0" y="4185"/>
                </a:moveTo>
                <a:lnTo>
                  <a:pt x="1600723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任意多边形: 形状 310"/>
          <p:cNvSpPr/>
          <p:nvPr/>
        </p:nvSpPr>
        <p:spPr>
          <a:xfrm>
            <a:off x="3006252" y="1813542"/>
            <a:ext cx="1600723" cy="4185"/>
          </a:xfrm>
          <a:custGeom>
            <a:avLst/>
            <a:gdLst>
              <a:gd name="csX0" fmla="*/ 0 w 1600723"/>
              <a:gd name="csY0" fmla="*/ 4185 h 4185"/>
              <a:gd name="csX1" fmla="*/ 1600723 w 1600723"/>
              <a:gd name="csY1" fmla="*/ 0 h 4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0723" h="4185">
                <a:moveTo>
                  <a:pt x="0" y="4185"/>
                </a:moveTo>
                <a:lnTo>
                  <a:pt x="1600723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任意多边形: 形状 314"/>
          <p:cNvSpPr/>
          <p:nvPr/>
        </p:nvSpPr>
        <p:spPr>
          <a:xfrm>
            <a:off x="2265745" y="2952427"/>
            <a:ext cx="11623" cy="2045776"/>
          </a:xfrm>
          <a:custGeom>
            <a:avLst/>
            <a:gdLst>
              <a:gd name="csX0" fmla="*/ 0 w 11623"/>
              <a:gd name="csY0" fmla="*/ 0 h 2045776"/>
              <a:gd name="csX1" fmla="*/ 11623 w 11623"/>
              <a:gd name="csY1" fmla="*/ 2045776 h 2045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623" h="2045776">
                <a:moveTo>
                  <a:pt x="0" y="0"/>
                </a:moveTo>
                <a:cubicBezTo>
                  <a:pt x="3874" y="681925"/>
                  <a:pt x="7748" y="1363850"/>
                  <a:pt x="11623" y="204577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任意多边形: 形状 316"/>
          <p:cNvSpPr/>
          <p:nvPr/>
        </p:nvSpPr>
        <p:spPr>
          <a:xfrm>
            <a:off x="2118511" y="3102280"/>
            <a:ext cx="9686" cy="2208509"/>
          </a:xfrm>
          <a:custGeom>
            <a:avLst/>
            <a:gdLst>
              <a:gd name="csX0" fmla="*/ 0 w 9686"/>
              <a:gd name="csY0" fmla="*/ 0 h 2208509"/>
              <a:gd name="csX1" fmla="*/ 9686 w 9686"/>
              <a:gd name="csY1" fmla="*/ 2208509 h 2208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686" h="2208509">
                <a:moveTo>
                  <a:pt x="0" y="0"/>
                </a:moveTo>
                <a:cubicBezTo>
                  <a:pt x="3229" y="736170"/>
                  <a:pt x="6457" y="1472339"/>
                  <a:pt x="9686" y="2208509"/>
                </a:cubicBezTo>
              </a:path>
            </a:pathLst>
          </a:cu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任意多边形: 形状 318"/>
          <p:cNvSpPr/>
          <p:nvPr/>
        </p:nvSpPr>
        <p:spPr>
          <a:xfrm>
            <a:off x="3098778" y="3367007"/>
            <a:ext cx="697424" cy="7749"/>
          </a:xfrm>
          <a:custGeom>
            <a:avLst/>
            <a:gdLst>
              <a:gd name="csX0" fmla="*/ 697424 w 697424"/>
              <a:gd name="csY0" fmla="*/ 7749 h 7749"/>
              <a:gd name="csX1" fmla="*/ 0 w 697424"/>
              <a:gd name="csY1" fmla="*/ 0 h 7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7424" h="7749">
                <a:moveTo>
                  <a:pt x="697424" y="7749"/>
                </a:moveTo>
                <a:lnTo>
                  <a:pt x="0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任意多边形: 形状 319"/>
          <p:cNvSpPr/>
          <p:nvPr/>
        </p:nvSpPr>
        <p:spPr>
          <a:xfrm>
            <a:off x="3106528" y="3368944"/>
            <a:ext cx="9686" cy="716797"/>
          </a:xfrm>
          <a:custGeom>
            <a:avLst/>
            <a:gdLst>
              <a:gd name="csX0" fmla="*/ 0 w 9686"/>
              <a:gd name="csY0" fmla="*/ 0 h 716797"/>
              <a:gd name="csX1" fmla="*/ 9686 w 9686"/>
              <a:gd name="csY1" fmla="*/ 716797 h 7167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686" h="716797">
                <a:moveTo>
                  <a:pt x="0" y="0"/>
                </a:moveTo>
                <a:lnTo>
                  <a:pt x="9686" y="716797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任意多边形: 形状 320"/>
          <p:cNvSpPr/>
          <p:nvPr/>
        </p:nvSpPr>
        <p:spPr>
          <a:xfrm>
            <a:off x="1961590" y="3440624"/>
            <a:ext cx="2640524" cy="13561"/>
          </a:xfrm>
          <a:custGeom>
            <a:avLst/>
            <a:gdLst>
              <a:gd name="csX0" fmla="*/ 0 w 2640524"/>
              <a:gd name="csY0" fmla="*/ 0 h 13561"/>
              <a:gd name="csX1" fmla="*/ 2640524 w 2640524"/>
              <a:gd name="csY1" fmla="*/ 13561 h 13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40524" h="13561">
                <a:moveTo>
                  <a:pt x="0" y="0"/>
                </a:moveTo>
                <a:lnTo>
                  <a:pt x="2640524" y="13561"/>
                </a:lnTo>
              </a:path>
            </a:pathLst>
          </a:cu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文本框 321"/>
          <p:cNvSpPr txBox="1"/>
          <p:nvPr/>
        </p:nvSpPr>
        <p:spPr>
          <a:xfrm>
            <a:off x="3049278" y="652696"/>
            <a:ext cx="727285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RegWriteD</a:t>
            </a:r>
            <a:endParaRPr lang="zh-CN" altLang="en-US" sz="700" b="1" dirty="0"/>
          </a:p>
        </p:txBody>
      </p:sp>
      <p:sp>
        <p:nvSpPr>
          <p:cNvPr id="323" name="文本框 322"/>
          <p:cNvSpPr txBox="1"/>
          <p:nvPr/>
        </p:nvSpPr>
        <p:spPr>
          <a:xfrm>
            <a:off x="3035857" y="813043"/>
            <a:ext cx="770917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/>
              <a:t>ResultSrcD</a:t>
            </a:r>
            <a:r>
              <a:rPr lang="en-US" altLang="zh-CN" sz="400" b="1" dirty="0"/>
              <a:t>10</a:t>
            </a:r>
            <a:endParaRPr lang="zh-CN" altLang="en-US" sz="700" b="1" dirty="0"/>
          </a:p>
        </p:txBody>
      </p:sp>
      <p:sp>
        <p:nvSpPr>
          <p:cNvPr id="324" name="文本框 323"/>
          <p:cNvSpPr txBox="1"/>
          <p:nvPr/>
        </p:nvSpPr>
        <p:spPr>
          <a:xfrm>
            <a:off x="3035857" y="983599"/>
            <a:ext cx="768234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MemWriteD</a:t>
            </a:r>
            <a:endParaRPr lang="zh-CN" altLang="en-US" sz="700" b="1" dirty="0"/>
          </a:p>
        </p:txBody>
      </p:sp>
      <p:sp>
        <p:nvSpPr>
          <p:cNvPr id="325" name="文本框 324"/>
          <p:cNvSpPr txBox="1"/>
          <p:nvPr/>
        </p:nvSpPr>
        <p:spPr>
          <a:xfrm>
            <a:off x="3049278" y="1137742"/>
            <a:ext cx="630907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JumpD</a:t>
            </a:r>
            <a:endParaRPr lang="zh-CN" altLang="en-US" sz="700" b="1" dirty="0"/>
          </a:p>
        </p:txBody>
      </p:sp>
      <p:sp>
        <p:nvSpPr>
          <p:cNvPr id="326" name="文本框 325"/>
          <p:cNvSpPr txBox="1"/>
          <p:nvPr/>
        </p:nvSpPr>
        <p:spPr>
          <a:xfrm>
            <a:off x="3045837" y="1313203"/>
            <a:ext cx="630907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BranchD</a:t>
            </a:r>
            <a:endParaRPr lang="zh-CN" altLang="en-US" sz="700" b="1" dirty="0"/>
          </a:p>
        </p:txBody>
      </p:sp>
      <p:sp>
        <p:nvSpPr>
          <p:cNvPr id="327" name="文本框 326"/>
          <p:cNvSpPr txBox="1"/>
          <p:nvPr/>
        </p:nvSpPr>
        <p:spPr>
          <a:xfrm>
            <a:off x="3045837" y="1473220"/>
            <a:ext cx="1049409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/>
              <a:t>ALUControlD</a:t>
            </a:r>
            <a:r>
              <a:rPr lang="en-US" altLang="zh-CN" sz="400" b="1" dirty="0"/>
              <a:t>20</a:t>
            </a:r>
            <a:endParaRPr lang="zh-CN" altLang="en-US" sz="700" b="1" dirty="0"/>
          </a:p>
        </p:txBody>
      </p:sp>
      <p:sp>
        <p:nvSpPr>
          <p:cNvPr id="328" name="文本框 327"/>
          <p:cNvSpPr txBox="1"/>
          <p:nvPr/>
        </p:nvSpPr>
        <p:spPr>
          <a:xfrm>
            <a:off x="3052885" y="1804037"/>
            <a:ext cx="702634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/>
              <a:t>ImmSrcD</a:t>
            </a:r>
            <a:r>
              <a:rPr lang="en-US" altLang="zh-CN" sz="500" b="1" dirty="0"/>
              <a:t>10</a:t>
            </a:r>
            <a:endParaRPr lang="zh-CN" altLang="en-US" sz="700" b="1" dirty="0"/>
          </a:p>
        </p:txBody>
      </p:sp>
      <p:sp>
        <p:nvSpPr>
          <p:cNvPr id="329" name="文本框 328"/>
          <p:cNvSpPr txBox="1"/>
          <p:nvPr/>
        </p:nvSpPr>
        <p:spPr>
          <a:xfrm>
            <a:off x="3052885" y="1636315"/>
            <a:ext cx="88433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ALUSrcD</a:t>
            </a:r>
            <a:r>
              <a:rPr lang="en-US" altLang="zh-CN" sz="700" b="1" dirty="0"/>
              <a:t> </a:t>
            </a:r>
            <a:endParaRPr lang="zh-CN" altLang="en-US" sz="700" b="1" dirty="0"/>
          </a:p>
        </p:txBody>
      </p:sp>
      <p:sp>
        <p:nvSpPr>
          <p:cNvPr id="333" name="文本框 332"/>
          <p:cNvSpPr txBox="1"/>
          <p:nvPr/>
        </p:nvSpPr>
        <p:spPr>
          <a:xfrm>
            <a:off x="4401834" y="6046220"/>
            <a:ext cx="81827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Hazard </a:t>
            </a:r>
            <a:r>
              <a:rPr lang="zh-CN" altLang="en-US" sz="900" b="1" dirty="0"/>
              <a:t>单元</a:t>
            </a:r>
            <a:endParaRPr lang="zh-CN" altLang="en-US" sz="900" b="1" dirty="0"/>
          </a:p>
        </p:txBody>
      </p:sp>
      <p:cxnSp>
        <p:nvCxnSpPr>
          <p:cNvPr id="336" name="直接连接符 335"/>
          <p:cNvCxnSpPr/>
          <p:nvPr/>
        </p:nvCxnSpPr>
        <p:spPr>
          <a:xfrm>
            <a:off x="3771896" y="1959482"/>
            <a:ext cx="21996" cy="14210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9" name="任意多边形: 形状 338"/>
          <p:cNvSpPr/>
          <p:nvPr/>
        </p:nvSpPr>
        <p:spPr>
          <a:xfrm>
            <a:off x="3550167" y="2470042"/>
            <a:ext cx="1057759" cy="1938"/>
          </a:xfrm>
          <a:custGeom>
            <a:avLst/>
            <a:gdLst>
              <a:gd name="csX0" fmla="*/ 0 w 1057759"/>
              <a:gd name="csY0" fmla="*/ 1938 h 1938"/>
              <a:gd name="csX1" fmla="*/ 1057759 w 1057759"/>
              <a:gd name="csY1" fmla="*/ 0 h 193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57759" h="1938">
                <a:moveTo>
                  <a:pt x="0" y="1938"/>
                </a:moveTo>
                <a:lnTo>
                  <a:pt x="1057759" y="0"/>
                </a:lnTo>
              </a:path>
            </a:pathLst>
          </a:cu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任意多边形: 形状 339"/>
          <p:cNvSpPr/>
          <p:nvPr/>
        </p:nvSpPr>
        <p:spPr>
          <a:xfrm>
            <a:off x="3548884" y="2797950"/>
            <a:ext cx="1057759" cy="1938"/>
          </a:xfrm>
          <a:custGeom>
            <a:avLst/>
            <a:gdLst>
              <a:gd name="csX0" fmla="*/ 0 w 1057759"/>
              <a:gd name="csY0" fmla="*/ 1938 h 1938"/>
              <a:gd name="csX1" fmla="*/ 1057759 w 1057759"/>
              <a:gd name="csY1" fmla="*/ 0 h 193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57759" h="1938">
                <a:moveTo>
                  <a:pt x="0" y="1938"/>
                </a:moveTo>
                <a:lnTo>
                  <a:pt x="1057759" y="0"/>
                </a:lnTo>
              </a:path>
            </a:pathLst>
          </a:cu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矩形 350"/>
          <p:cNvSpPr/>
          <p:nvPr/>
        </p:nvSpPr>
        <p:spPr>
          <a:xfrm>
            <a:off x="4603090" y="660268"/>
            <a:ext cx="156755" cy="40111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等腰三角形 351"/>
          <p:cNvSpPr/>
          <p:nvPr/>
        </p:nvSpPr>
        <p:spPr>
          <a:xfrm rot="10800000">
            <a:off x="4612593" y="667878"/>
            <a:ext cx="135937" cy="8181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任意多边形: 形状 352"/>
          <p:cNvSpPr/>
          <p:nvPr/>
        </p:nvSpPr>
        <p:spPr>
          <a:xfrm>
            <a:off x="4683842" y="579516"/>
            <a:ext cx="0" cy="73627"/>
          </a:xfrm>
          <a:custGeom>
            <a:avLst/>
            <a:gdLst>
              <a:gd name="csX0" fmla="*/ 0 w 0"/>
              <a:gd name="csY0" fmla="*/ 0 h 73627"/>
              <a:gd name="csX1" fmla="*/ 0 w 0"/>
              <a:gd name="csY1" fmla="*/ 73627 h 73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73627">
                <a:moveTo>
                  <a:pt x="0" y="0"/>
                </a:moveTo>
                <a:lnTo>
                  <a:pt x="0" y="7362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4" name="文本框 353"/>
          <p:cNvSpPr txBox="1"/>
          <p:nvPr/>
        </p:nvSpPr>
        <p:spPr>
          <a:xfrm>
            <a:off x="4486748" y="401797"/>
            <a:ext cx="3930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CLK</a:t>
            </a:r>
            <a:endParaRPr lang="zh-CN" altLang="en-US" sz="900" b="1" dirty="0"/>
          </a:p>
        </p:txBody>
      </p:sp>
      <p:sp>
        <p:nvSpPr>
          <p:cNvPr id="359" name="任意多边形: 形状 358"/>
          <p:cNvSpPr/>
          <p:nvPr/>
        </p:nvSpPr>
        <p:spPr>
          <a:xfrm>
            <a:off x="1957268" y="4588625"/>
            <a:ext cx="2645822" cy="4751"/>
          </a:xfrm>
          <a:custGeom>
            <a:avLst/>
            <a:gdLst>
              <a:gd name="csX0" fmla="*/ 0 w 2645822"/>
              <a:gd name="csY0" fmla="*/ 4751 h 4751"/>
              <a:gd name="csX1" fmla="*/ 2645822 w 2645822"/>
              <a:gd name="csY1" fmla="*/ 0 h 4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45822" h="4751">
                <a:moveTo>
                  <a:pt x="0" y="4751"/>
                </a:moveTo>
                <a:lnTo>
                  <a:pt x="2645822" y="0"/>
                </a:lnTo>
              </a:path>
            </a:pathLst>
          </a:cu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任意多边形: 形状 359"/>
          <p:cNvSpPr/>
          <p:nvPr/>
        </p:nvSpPr>
        <p:spPr>
          <a:xfrm>
            <a:off x="4719468" y="4674128"/>
            <a:ext cx="9501" cy="1287285"/>
          </a:xfrm>
          <a:custGeom>
            <a:avLst/>
            <a:gdLst>
              <a:gd name="csX0" fmla="*/ 0 w 9501"/>
              <a:gd name="csY0" fmla="*/ 0 h 1287285"/>
              <a:gd name="csX1" fmla="*/ 9501 w 9501"/>
              <a:gd name="csY1" fmla="*/ 1287285 h 1287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01" h="1287285">
                <a:moveTo>
                  <a:pt x="0" y="0"/>
                </a:moveTo>
                <a:lnTo>
                  <a:pt x="9501" y="1287285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2" name="文本框 361"/>
          <p:cNvSpPr txBox="1"/>
          <p:nvPr/>
        </p:nvSpPr>
        <p:spPr>
          <a:xfrm rot="16200000">
            <a:off x="4551003" y="4477667"/>
            <a:ext cx="33853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CLR</a:t>
            </a:r>
            <a:endParaRPr lang="zh-CN" altLang="en-US" sz="600" b="1" dirty="0"/>
          </a:p>
        </p:txBody>
      </p:sp>
      <p:sp>
        <p:nvSpPr>
          <p:cNvPr id="365" name="文本框 364"/>
          <p:cNvSpPr txBox="1"/>
          <p:nvPr/>
        </p:nvSpPr>
        <p:spPr>
          <a:xfrm>
            <a:off x="4113541" y="3289273"/>
            <a:ext cx="47401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PCD </a:t>
            </a:r>
            <a:endParaRPr lang="zh-CN" altLang="en-US" sz="800" b="1" dirty="0"/>
          </a:p>
        </p:txBody>
      </p:sp>
      <p:sp>
        <p:nvSpPr>
          <p:cNvPr id="366" name="文本框 365"/>
          <p:cNvSpPr txBox="1"/>
          <p:nvPr/>
        </p:nvSpPr>
        <p:spPr>
          <a:xfrm>
            <a:off x="4095115" y="3446780"/>
            <a:ext cx="550545" cy="213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Rs1D  </a:t>
            </a:r>
            <a:endParaRPr lang="zh-CN" altLang="en-US" sz="800" b="1" dirty="0"/>
          </a:p>
        </p:txBody>
      </p:sp>
      <p:sp>
        <p:nvSpPr>
          <p:cNvPr id="367" name="文本框 366"/>
          <p:cNvSpPr txBox="1"/>
          <p:nvPr/>
        </p:nvSpPr>
        <p:spPr>
          <a:xfrm>
            <a:off x="4115129" y="3614090"/>
            <a:ext cx="47401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Rs2D </a:t>
            </a:r>
            <a:endParaRPr lang="zh-CN" altLang="en-US" sz="800" b="1" dirty="0"/>
          </a:p>
        </p:txBody>
      </p:sp>
      <p:sp>
        <p:nvSpPr>
          <p:cNvPr id="368" name="文本框 367"/>
          <p:cNvSpPr txBox="1"/>
          <p:nvPr/>
        </p:nvSpPr>
        <p:spPr>
          <a:xfrm>
            <a:off x="4115128" y="3772077"/>
            <a:ext cx="47401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 err="1"/>
              <a:t>RdD</a:t>
            </a:r>
            <a:r>
              <a:rPr lang="en-US" altLang="zh-CN" sz="800" b="1" dirty="0"/>
              <a:t> </a:t>
            </a:r>
            <a:endParaRPr lang="zh-CN" altLang="en-US" sz="800" b="1" dirty="0"/>
          </a:p>
        </p:txBody>
      </p:sp>
      <p:sp>
        <p:nvSpPr>
          <p:cNvPr id="369" name="文本框 368"/>
          <p:cNvSpPr txBox="1"/>
          <p:nvPr/>
        </p:nvSpPr>
        <p:spPr>
          <a:xfrm>
            <a:off x="4050665" y="4020185"/>
            <a:ext cx="697865" cy="213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 err="1"/>
              <a:t>ImmExtD</a:t>
            </a:r>
            <a:r>
              <a:rPr lang="en-US" altLang="zh-CN" sz="800" b="1" dirty="0"/>
              <a:t> </a:t>
            </a:r>
            <a:endParaRPr lang="zh-CN" altLang="en-US" sz="800" b="1" dirty="0"/>
          </a:p>
        </p:txBody>
      </p:sp>
      <p:sp>
        <p:nvSpPr>
          <p:cNvPr id="371" name="文本框 370"/>
          <p:cNvSpPr txBox="1"/>
          <p:nvPr/>
        </p:nvSpPr>
        <p:spPr>
          <a:xfrm>
            <a:off x="4054606" y="4413350"/>
            <a:ext cx="6409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/>
              <a:t>PCPlus4D</a:t>
            </a:r>
            <a:endParaRPr lang="zh-CN" altLang="en-US" sz="800" b="1" dirty="0"/>
          </a:p>
        </p:txBody>
      </p:sp>
      <p:cxnSp>
        <p:nvCxnSpPr>
          <p:cNvPr id="373" name="直接连接符 372"/>
          <p:cNvCxnSpPr/>
          <p:nvPr/>
        </p:nvCxnSpPr>
        <p:spPr>
          <a:xfrm>
            <a:off x="391612" y="373029"/>
            <a:ext cx="49008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5" name="流程图: 存储数据 384"/>
          <p:cNvSpPr/>
          <p:nvPr/>
        </p:nvSpPr>
        <p:spPr>
          <a:xfrm>
            <a:off x="5292452" y="300446"/>
            <a:ext cx="209006" cy="169837"/>
          </a:xfrm>
          <a:prstGeom prst="flowChartOnlineStora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7" name="流程图: 延期 386"/>
          <p:cNvSpPr/>
          <p:nvPr/>
        </p:nvSpPr>
        <p:spPr>
          <a:xfrm rot="10800000">
            <a:off x="5505813" y="211183"/>
            <a:ext cx="185057" cy="161846"/>
          </a:xfrm>
          <a:prstGeom prst="flowChartDela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文本框 387"/>
          <p:cNvSpPr txBox="1"/>
          <p:nvPr/>
        </p:nvSpPr>
        <p:spPr>
          <a:xfrm>
            <a:off x="4847185" y="175834"/>
            <a:ext cx="63090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 err="1"/>
              <a:t>PCSrcE</a:t>
            </a:r>
            <a:endParaRPr lang="zh-CN" altLang="en-US" sz="800" b="1" dirty="0"/>
          </a:p>
        </p:txBody>
      </p:sp>
      <p:cxnSp>
        <p:nvCxnSpPr>
          <p:cNvPr id="390" name="直接连接符 389"/>
          <p:cNvCxnSpPr/>
          <p:nvPr/>
        </p:nvCxnSpPr>
        <p:spPr>
          <a:xfrm>
            <a:off x="3470299" y="108373"/>
            <a:ext cx="616065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3" name="任意多边形: 形状 392"/>
          <p:cNvSpPr/>
          <p:nvPr/>
        </p:nvSpPr>
        <p:spPr>
          <a:xfrm>
            <a:off x="5688806" y="336450"/>
            <a:ext cx="74308" cy="0"/>
          </a:xfrm>
          <a:custGeom>
            <a:avLst/>
            <a:gdLst>
              <a:gd name="csX0" fmla="*/ 0 w 74308"/>
              <a:gd name="csY0" fmla="*/ 0 h 0"/>
              <a:gd name="csX1" fmla="*/ 74308 w 7430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4308">
                <a:moveTo>
                  <a:pt x="0" y="0"/>
                </a:moveTo>
                <a:lnTo>
                  <a:pt x="74308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6" name="任意多边形: 形状 395"/>
          <p:cNvSpPr/>
          <p:nvPr/>
        </p:nvSpPr>
        <p:spPr>
          <a:xfrm>
            <a:off x="5463846" y="429196"/>
            <a:ext cx="72244" cy="0"/>
          </a:xfrm>
          <a:custGeom>
            <a:avLst/>
            <a:gdLst>
              <a:gd name="csX0" fmla="*/ 0 w 72244"/>
              <a:gd name="csY0" fmla="*/ 0 h 0"/>
              <a:gd name="csX1" fmla="*/ 72244 w 7224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244">
                <a:moveTo>
                  <a:pt x="0" y="0"/>
                </a:moveTo>
                <a:lnTo>
                  <a:pt x="72244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任意多边形: 形状 396"/>
          <p:cNvSpPr/>
          <p:nvPr/>
        </p:nvSpPr>
        <p:spPr>
          <a:xfrm>
            <a:off x="5533943" y="423115"/>
            <a:ext cx="4128" cy="893759"/>
          </a:xfrm>
          <a:custGeom>
            <a:avLst/>
            <a:gdLst>
              <a:gd name="csX0" fmla="*/ 4128 w 4128"/>
              <a:gd name="csY0" fmla="*/ 0 h 893759"/>
              <a:gd name="csX1" fmla="*/ 0 w 4128"/>
              <a:gd name="csY1" fmla="*/ 893759 h 89375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28" h="893759">
                <a:moveTo>
                  <a:pt x="4128" y="0"/>
                </a:moveTo>
                <a:lnTo>
                  <a:pt x="0" y="893759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8" name="任意多边形: 形状 397"/>
          <p:cNvSpPr/>
          <p:nvPr/>
        </p:nvSpPr>
        <p:spPr>
          <a:xfrm>
            <a:off x="4762007" y="1310791"/>
            <a:ext cx="776104" cy="2064"/>
          </a:xfrm>
          <a:custGeom>
            <a:avLst/>
            <a:gdLst>
              <a:gd name="csX0" fmla="*/ 776104 w 776104"/>
              <a:gd name="csY0" fmla="*/ 2064 h 2064"/>
              <a:gd name="csX1" fmla="*/ 0 w 776104"/>
              <a:gd name="csY1" fmla="*/ 0 h 206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76104" h="2064">
                <a:moveTo>
                  <a:pt x="776104" y="2064"/>
                </a:moveTo>
                <a:lnTo>
                  <a:pt x="0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1" name="直接连接符 410"/>
          <p:cNvCxnSpPr/>
          <p:nvPr/>
        </p:nvCxnSpPr>
        <p:spPr>
          <a:xfrm>
            <a:off x="4760186" y="1482591"/>
            <a:ext cx="10060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5" name="直接连接符 414"/>
          <p:cNvCxnSpPr/>
          <p:nvPr/>
        </p:nvCxnSpPr>
        <p:spPr>
          <a:xfrm>
            <a:off x="5763115" y="330341"/>
            <a:ext cx="0" cy="11563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9" name="直接连接符 418"/>
          <p:cNvCxnSpPr/>
          <p:nvPr/>
        </p:nvCxnSpPr>
        <p:spPr>
          <a:xfrm>
            <a:off x="4757822" y="1651284"/>
            <a:ext cx="16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0" name="直接连接符 419"/>
          <p:cNvCxnSpPr/>
          <p:nvPr/>
        </p:nvCxnSpPr>
        <p:spPr>
          <a:xfrm flipV="1">
            <a:off x="4759513" y="1808786"/>
            <a:ext cx="13265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4686578" y="651225"/>
            <a:ext cx="683205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RegWriteE</a:t>
            </a:r>
            <a:endParaRPr lang="zh-CN" altLang="en-US" sz="700" b="1" dirty="0"/>
          </a:p>
        </p:txBody>
      </p:sp>
      <p:sp>
        <p:nvSpPr>
          <p:cNvPr id="425" name="文本框 424"/>
          <p:cNvSpPr txBox="1"/>
          <p:nvPr/>
        </p:nvSpPr>
        <p:spPr>
          <a:xfrm>
            <a:off x="4681120" y="818656"/>
            <a:ext cx="737523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/>
              <a:t>ResultSrcE</a:t>
            </a:r>
            <a:r>
              <a:rPr lang="en-US" altLang="zh-CN" sz="400" b="1" dirty="0"/>
              <a:t>10</a:t>
            </a:r>
            <a:endParaRPr lang="zh-CN" altLang="en-US" sz="700" b="1" dirty="0"/>
          </a:p>
        </p:txBody>
      </p:sp>
      <p:sp>
        <p:nvSpPr>
          <p:cNvPr id="426" name="文本框 425"/>
          <p:cNvSpPr txBox="1"/>
          <p:nvPr/>
        </p:nvSpPr>
        <p:spPr>
          <a:xfrm>
            <a:off x="4676556" y="978088"/>
            <a:ext cx="768234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MemWriteE</a:t>
            </a:r>
            <a:endParaRPr lang="zh-CN" altLang="en-US" sz="700" b="1" dirty="0"/>
          </a:p>
        </p:txBody>
      </p:sp>
      <p:sp>
        <p:nvSpPr>
          <p:cNvPr id="427" name="文本框 426"/>
          <p:cNvSpPr txBox="1"/>
          <p:nvPr/>
        </p:nvSpPr>
        <p:spPr>
          <a:xfrm>
            <a:off x="4697707" y="1139917"/>
            <a:ext cx="630907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JumpE</a:t>
            </a:r>
            <a:endParaRPr lang="zh-CN" altLang="en-US" sz="700" b="1" dirty="0"/>
          </a:p>
        </p:txBody>
      </p:sp>
      <p:sp>
        <p:nvSpPr>
          <p:cNvPr id="428" name="文本框 427"/>
          <p:cNvSpPr txBox="1"/>
          <p:nvPr/>
        </p:nvSpPr>
        <p:spPr>
          <a:xfrm>
            <a:off x="4691444" y="1299945"/>
            <a:ext cx="630907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BranchE</a:t>
            </a:r>
            <a:endParaRPr lang="zh-CN" altLang="en-US" sz="700" b="1" dirty="0"/>
          </a:p>
        </p:txBody>
      </p:sp>
      <p:sp>
        <p:nvSpPr>
          <p:cNvPr id="429" name="文本框 428"/>
          <p:cNvSpPr txBox="1"/>
          <p:nvPr/>
        </p:nvSpPr>
        <p:spPr>
          <a:xfrm>
            <a:off x="4689143" y="1482055"/>
            <a:ext cx="1049409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/>
              <a:t>ALUControlE</a:t>
            </a:r>
            <a:r>
              <a:rPr lang="en-US" altLang="zh-CN" sz="400" b="1" dirty="0"/>
              <a:t>20</a:t>
            </a:r>
            <a:endParaRPr lang="zh-CN" altLang="en-US" sz="700" b="1" dirty="0"/>
          </a:p>
        </p:txBody>
      </p:sp>
      <p:sp>
        <p:nvSpPr>
          <p:cNvPr id="430" name="文本框 429"/>
          <p:cNvSpPr txBox="1"/>
          <p:nvPr/>
        </p:nvSpPr>
        <p:spPr>
          <a:xfrm>
            <a:off x="4693121" y="1632832"/>
            <a:ext cx="88433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ALUSrcE</a:t>
            </a:r>
            <a:r>
              <a:rPr lang="en-US" altLang="zh-CN" sz="700" b="1" dirty="0"/>
              <a:t> </a:t>
            </a:r>
            <a:endParaRPr lang="zh-CN" altLang="en-US" sz="700" b="1" dirty="0"/>
          </a:p>
        </p:txBody>
      </p:sp>
      <p:cxnSp>
        <p:nvCxnSpPr>
          <p:cNvPr id="432" name="直接连接符 431"/>
          <p:cNvCxnSpPr/>
          <p:nvPr/>
        </p:nvCxnSpPr>
        <p:spPr>
          <a:xfrm>
            <a:off x="4609493" y="2303450"/>
            <a:ext cx="153725" cy="0"/>
          </a:xfrm>
          <a:prstGeom prst="line">
            <a:avLst/>
          </a:prstGeom>
          <a:ln w="127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3" name="文本框 432"/>
          <p:cNvSpPr txBox="1"/>
          <p:nvPr/>
        </p:nvSpPr>
        <p:spPr>
          <a:xfrm rot="16200000">
            <a:off x="4426656" y="5697247"/>
            <a:ext cx="462865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FlushE</a:t>
            </a:r>
            <a:endParaRPr lang="zh-CN" altLang="en-US" sz="700" b="1" dirty="0"/>
          </a:p>
        </p:txBody>
      </p:sp>
      <p:sp>
        <p:nvSpPr>
          <p:cNvPr id="434" name="流程图: 手动操作 433"/>
          <p:cNvSpPr/>
          <p:nvPr/>
        </p:nvSpPr>
        <p:spPr>
          <a:xfrm rot="16200000">
            <a:off x="5532755" y="2188845"/>
            <a:ext cx="560070" cy="242570"/>
          </a:xfrm>
          <a:prstGeom prst="flowChartManualOperat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流程图: 手动操作 439"/>
          <p:cNvSpPr/>
          <p:nvPr/>
        </p:nvSpPr>
        <p:spPr>
          <a:xfrm rot="16200000">
            <a:off x="5525770" y="2840355"/>
            <a:ext cx="565150" cy="239395"/>
          </a:xfrm>
          <a:prstGeom prst="flowChartManualOperat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1" name="直接连接符 460"/>
          <p:cNvCxnSpPr/>
          <p:nvPr/>
        </p:nvCxnSpPr>
        <p:spPr>
          <a:xfrm>
            <a:off x="6613625" y="2420925"/>
            <a:ext cx="0" cy="47523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2" name="直接连接符 461"/>
          <p:cNvCxnSpPr/>
          <p:nvPr/>
        </p:nvCxnSpPr>
        <p:spPr>
          <a:xfrm>
            <a:off x="6302961" y="2331918"/>
            <a:ext cx="312942" cy="971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3" name="直接连接符 462"/>
          <p:cNvCxnSpPr/>
          <p:nvPr/>
        </p:nvCxnSpPr>
        <p:spPr>
          <a:xfrm>
            <a:off x="6302961" y="2326299"/>
            <a:ext cx="0" cy="300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4" name="直接连接符 463"/>
          <p:cNvCxnSpPr/>
          <p:nvPr/>
        </p:nvCxnSpPr>
        <p:spPr>
          <a:xfrm>
            <a:off x="6301216" y="2620917"/>
            <a:ext cx="155308" cy="5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5" name="直接连接符 464"/>
          <p:cNvCxnSpPr/>
          <p:nvPr/>
        </p:nvCxnSpPr>
        <p:spPr>
          <a:xfrm>
            <a:off x="6300683" y="2714423"/>
            <a:ext cx="0" cy="300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6" name="直接连接符 465"/>
          <p:cNvCxnSpPr/>
          <p:nvPr/>
        </p:nvCxnSpPr>
        <p:spPr>
          <a:xfrm flipV="1">
            <a:off x="6294209" y="2678021"/>
            <a:ext cx="161443" cy="36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7" name="直接连接符 466"/>
          <p:cNvCxnSpPr/>
          <p:nvPr/>
        </p:nvCxnSpPr>
        <p:spPr>
          <a:xfrm flipV="1">
            <a:off x="6294209" y="2896163"/>
            <a:ext cx="326628" cy="119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0" name="直接连接符 469"/>
          <p:cNvCxnSpPr/>
          <p:nvPr/>
        </p:nvCxnSpPr>
        <p:spPr>
          <a:xfrm>
            <a:off x="6452738" y="3328656"/>
            <a:ext cx="0" cy="47523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1" name="直接连接符 470"/>
          <p:cNvCxnSpPr/>
          <p:nvPr/>
        </p:nvCxnSpPr>
        <p:spPr>
          <a:xfrm>
            <a:off x="6142074" y="3239649"/>
            <a:ext cx="312942" cy="971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2" name="直接连接符 471"/>
          <p:cNvCxnSpPr/>
          <p:nvPr/>
        </p:nvCxnSpPr>
        <p:spPr>
          <a:xfrm>
            <a:off x="6142074" y="3234030"/>
            <a:ext cx="0" cy="300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3" name="直接连接符 472"/>
          <p:cNvCxnSpPr/>
          <p:nvPr/>
        </p:nvCxnSpPr>
        <p:spPr>
          <a:xfrm>
            <a:off x="6140329" y="3528648"/>
            <a:ext cx="155308" cy="5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4" name="直接连接符 473"/>
          <p:cNvCxnSpPr/>
          <p:nvPr/>
        </p:nvCxnSpPr>
        <p:spPr>
          <a:xfrm>
            <a:off x="6139796" y="3622154"/>
            <a:ext cx="0" cy="300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5" name="直接连接符 474"/>
          <p:cNvCxnSpPr/>
          <p:nvPr/>
        </p:nvCxnSpPr>
        <p:spPr>
          <a:xfrm flipV="1">
            <a:off x="6133322" y="3585752"/>
            <a:ext cx="161443" cy="36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6" name="直接连接符 475"/>
          <p:cNvCxnSpPr/>
          <p:nvPr/>
        </p:nvCxnSpPr>
        <p:spPr>
          <a:xfrm flipV="1">
            <a:off x="6133322" y="3803894"/>
            <a:ext cx="326628" cy="119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7" name="加号 476"/>
          <p:cNvSpPr/>
          <p:nvPr/>
        </p:nvSpPr>
        <p:spPr>
          <a:xfrm>
            <a:off x="6326947" y="3521996"/>
            <a:ext cx="81258" cy="9718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9" name="文本框 478"/>
          <p:cNvSpPr txBox="1"/>
          <p:nvPr/>
        </p:nvSpPr>
        <p:spPr>
          <a:xfrm rot="16200000">
            <a:off x="6292235" y="2541562"/>
            <a:ext cx="462865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ALU</a:t>
            </a:r>
            <a:endParaRPr lang="zh-CN" altLang="en-US" sz="900" b="1" dirty="0"/>
          </a:p>
        </p:txBody>
      </p:sp>
      <p:sp>
        <p:nvSpPr>
          <p:cNvPr id="496" name="矩形 495"/>
          <p:cNvSpPr/>
          <p:nvPr/>
        </p:nvSpPr>
        <p:spPr>
          <a:xfrm>
            <a:off x="6981981" y="670343"/>
            <a:ext cx="184665" cy="40111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7" name="等腰三角形 496"/>
          <p:cNvSpPr/>
          <p:nvPr/>
        </p:nvSpPr>
        <p:spPr>
          <a:xfrm rot="10800000">
            <a:off x="6995209" y="677953"/>
            <a:ext cx="135937" cy="8181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文本框 497"/>
          <p:cNvSpPr txBox="1"/>
          <p:nvPr/>
        </p:nvSpPr>
        <p:spPr>
          <a:xfrm>
            <a:off x="6878309" y="411872"/>
            <a:ext cx="3930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CLK</a:t>
            </a:r>
            <a:endParaRPr lang="zh-CN" altLang="en-US" sz="900" b="1" dirty="0"/>
          </a:p>
        </p:txBody>
      </p:sp>
      <p:cxnSp>
        <p:nvCxnSpPr>
          <p:cNvPr id="499" name="直接连接符 498"/>
          <p:cNvCxnSpPr/>
          <p:nvPr/>
        </p:nvCxnSpPr>
        <p:spPr>
          <a:xfrm>
            <a:off x="6976886" y="2145600"/>
            <a:ext cx="184394" cy="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1" name="直接连接符 510"/>
          <p:cNvCxnSpPr/>
          <p:nvPr/>
        </p:nvCxnSpPr>
        <p:spPr>
          <a:xfrm>
            <a:off x="4759632" y="826517"/>
            <a:ext cx="223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2" name="直接连接符 511"/>
          <p:cNvCxnSpPr/>
          <p:nvPr/>
        </p:nvCxnSpPr>
        <p:spPr>
          <a:xfrm>
            <a:off x="4761336" y="994040"/>
            <a:ext cx="223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6" name="直接连接符 515"/>
          <p:cNvCxnSpPr/>
          <p:nvPr/>
        </p:nvCxnSpPr>
        <p:spPr>
          <a:xfrm>
            <a:off x="4762888" y="1157302"/>
            <a:ext cx="223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2" name="直接连接符 521"/>
          <p:cNvCxnSpPr/>
          <p:nvPr/>
        </p:nvCxnSpPr>
        <p:spPr>
          <a:xfrm>
            <a:off x="5690870" y="244778"/>
            <a:ext cx="126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5" name="直接连接符 524"/>
          <p:cNvCxnSpPr/>
          <p:nvPr/>
        </p:nvCxnSpPr>
        <p:spPr>
          <a:xfrm>
            <a:off x="6939612" y="247591"/>
            <a:ext cx="0" cy="1645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8" name="直接连接符 527"/>
          <p:cNvCxnSpPr/>
          <p:nvPr/>
        </p:nvCxnSpPr>
        <p:spPr>
          <a:xfrm flipH="1">
            <a:off x="6872425" y="1885042"/>
            <a:ext cx="7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3" name="直接连接符 532"/>
          <p:cNvCxnSpPr/>
          <p:nvPr/>
        </p:nvCxnSpPr>
        <p:spPr>
          <a:xfrm>
            <a:off x="6616482" y="2671595"/>
            <a:ext cx="360000" cy="0"/>
          </a:xfrm>
          <a:prstGeom prst="line">
            <a:avLst/>
          </a:prstGeom>
          <a:ln w="127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9" name="直接连接符 538"/>
          <p:cNvCxnSpPr/>
          <p:nvPr/>
        </p:nvCxnSpPr>
        <p:spPr>
          <a:xfrm>
            <a:off x="4766610" y="2476477"/>
            <a:ext cx="93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1" name="直接连接符 540"/>
          <p:cNvCxnSpPr/>
          <p:nvPr/>
        </p:nvCxnSpPr>
        <p:spPr>
          <a:xfrm>
            <a:off x="4756752" y="2798477"/>
            <a:ext cx="93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6" name="直接连接符 575"/>
          <p:cNvCxnSpPr/>
          <p:nvPr/>
        </p:nvCxnSpPr>
        <p:spPr>
          <a:xfrm>
            <a:off x="4761270" y="3447770"/>
            <a:ext cx="461309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/>
          <p:cNvCxnSpPr/>
          <p:nvPr/>
        </p:nvCxnSpPr>
        <p:spPr>
          <a:xfrm>
            <a:off x="5204915" y="3446999"/>
            <a:ext cx="93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9" name="直接连接符 588"/>
          <p:cNvCxnSpPr/>
          <p:nvPr/>
        </p:nvCxnSpPr>
        <p:spPr>
          <a:xfrm>
            <a:off x="5220233" y="3745684"/>
            <a:ext cx="0" cy="432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1" name="直接连接符 590"/>
          <p:cNvCxnSpPr/>
          <p:nvPr/>
        </p:nvCxnSpPr>
        <p:spPr>
          <a:xfrm>
            <a:off x="5214363" y="3750213"/>
            <a:ext cx="93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3" name="直接连接符 592"/>
          <p:cNvCxnSpPr/>
          <p:nvPr/>
        </p:nvCxnSpPr>
        <p:spPr>
          <a:xfrm>
            <a:off x="4766611" y="4180659"/>
            <a:ext cx="223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6" name="文本框 595"/>
          <p:cNvSpPr txBox="1"/>
          <p:nvPr/>
        </p:nvSpPr>
        <p:spPr>
          <a:xfrm>
            <a:off x="4716410" y="2291305"/>
            <a:ext cx="56369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RD1E </a:t>
            </a:r>
            <a:endParaRPr lang="zh-CN" altLang="en-US" sz="800" b="1" dirty="0"/>
          </a:p>
        </p:txBody>
      </p:sp>
      <p:sp>
        <p:nvSpPr>
          <p:cNvPr id="597" name="文本框 596"/>
          <p:cNvSpPr txBox="1"/>
          <p:nvPr/>
        </p:nvSpPr>
        <p:spPr>
          <a:xfrm>
            <a:off x="4709963" y="2621261"/>
            <a:ext cx="56369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RD2E </a:t>
            </a:r>
            <a:endParaRPr lang="zh-CN" altLang="en-US" sz="800" b="1" dirty="0"/>
          </a:p>
        </p:txBody>
      </p:sp>
      <p:cxnSp>
        <p:nvCxnSpPr>
          <p:cNvPr id="605" name="直接连接符 604"/>
          <p:cNvCxnSpPr/>
          <p:nvPr/>
        </p:nvCxnSpPr>
        <p:spPr>
          <a:xfrm>
            <a:off x="4760805" y="3948002"/>
            <a:ext cx="223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9" name="直接连接符 618"/>
          <p:cNvCxnSpPr/>
          <p:nvPr/>
        </p:nvCxnSpPr>
        <p:spPr>
          <a:xfrm>
            <a:off x="4759210" y="4591050"/>
            <a:ext cx="223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2" name="直接连接符 621"/>
          <p:cNvCxnSpPr/>
          <p:nvPr/>
        </p:nvCxnSpPr>
        <p:spPr>
          <a:xfrm>
            <a:off x="83868" y="4837793"/>
            <a:ext cx="6728417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6" name="直接连接符 645"/>
          <p:cNvCxnSpPr/>
          <p:nvPr/>
        </p:nvCxnSpPr>
        <p:spPr>
          <a:xfrm>
            <a:off x="6186281" y="2836390"/>
            <a:ext cx="108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3" name="直接连接符 652"/>
          <p:cNvCxnSpPr/>
          <p:nvPr/>
        </p:nvCxnSpPr>
        <p:spPr>
          <a:xfrm>
            <a:off x="6808073" y="3576320"/>
            <a:ext cx="0" cy="1260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5" name="直接连接符 654"/>
          <p:cNvCxnSpPr/>
          <p:nvPr/>
        </p:nvCxnSpPr>
        <p:spPr>
          <a:xfrm>
            <a:off x="6457564" y="3567725"/>
            <a:ext cx="360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8" name="直接连接符 657"/>
          <p:cNvCxnSpPr/>
          <p:nvPr/>
        </p:nvCxnSpPr>
        <p:spPr>
          <a:xfrm flipV="1">
            <a:off x="7132043" y="3126509"/>
            <a:ext cx="1476000" cy="317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0" name="直接连接符 659"/>
          <p:cNvCxnSpPr/>
          <p:nvPr/>
        </p:nvCxnSpPr>
        <p:spPr>
          <a:xfrm>
            <a:off x="7132319" y="2688457"/>
            <a:ext cx="1476000" cy="635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5" name="直接连接符 664"/>
          <p:cNvCxnSpPr/>
          <p:nvPr/>
        </p:nvCxnSpPr>
        <p:spPr>
          <a:xfrm>
            <a:off x="2117138" y="5319891"/>
            <a:ext cx="975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9" name="直接连接符 668"/>
          <p:cNvCxnSpPr>
            <a:stCxn id="315" idx="1"/>
          </p:cNvCxnSpPr>
          <p:nvPr/>
        </p:nvCxnSpPr>
        <p:spPr>
          <a:xfrm>
            <a:off x="2277368" y="4998203"/>
            <a:ext cx="8517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5" name="直接连接符 694"/>
          <p:cNvCxnSpPr/>
          <p:nvPr/>
        </p:nvCxnSpPr>
        <p:spPr>
          <a:xfrm>
            <a:off x="7159211" y="4591050"/>
            <a:ext cx="1620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7" name="直接连接符 706"/>
          <p:cNvCxnSpPr/>
          <p:nvPr/>
        </p:nvCxnSpPr>
        <p:spPr>
          <a:xfrm>
            <a:off x="7066446" y="599661"/>
            <a:ext cx="0" cy="78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4" name="直接连接符 713"/>
          <p:cNvCxnSpPr/>
          <p:nvPr/>
        </p:nvCxnSpPr>
        <p:spPr>
          <a:xfrm flipV="1">
            <a:off x="7136015" y="822480"/>
            <a:ext cx="1663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9" name="直接连接符 728"/>
          <p:cNvCxnSpPr/>
          <p:nvPr/>
        </p:nvCxnSpPr>
        <p:spPr>
          <a:xfrm>
            <a:off x="9630952" y="100739"/>
            <a:ext cx="0" cy="7305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3" name="直接连接符 772"/>
          <p:cNvCxnSpPr/>
          <p:nvPr/>
        </p:nvCxnSpPr>
        <p:spPr>
          <a:xfrm>
            <a:off x="3006252" y="1959482"/>
            <a:ext cx="7730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4" name="文本框 803"/>
          <p:cNvSpPr txBox="1"/>
          <p:nvPr/>
        </p:nvSpPr>
        <p:spPr>
          <a:xfrm>
            <a:off x="6368858" y="224696"/>
            <a:ext cx="63090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b="1" dirty="0" err="1"/>
              <a:t>ZeroE</a:t>
            </a:r>
            <a:endParaRPr lang="zh-CN" altLang="en-US" sz="800" b="1" dirty="0"/>
          </a:p>
        </p:txBody>
      </p:sp>
      <p:sp>
        <p:nvSpPr>
          <p:cNvPr id="808" name="文本框 807"/>
          <p:cNvSpPr txBox="1"/>
          <p:nvPr/>
        </p:nvSpPr>
        <p:spPr>
          <a:xfrm>
            <a:off x="5607023" y="2210660"/>
            <a:ext cx="563691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SrcAE</a:t>
            </a:r>
            <a:r>
              <a:rPr lang="en-US" altLang="zh-CN" sz="700" b="1" dirty="0"/>
              <a:t> </a:t>
            </a:r>
            <a:endParaRPr lang="zh-CN" altLang="en-US" sz="700" b="1" dirty="0"/>
          </a:p>
        </p:txBody>
      </p:sp>
      <p:sp>
        <p:nvSpPr>
          <p:cNvPr id="809" name="文本框 808"/>
          <p:cNvSpPr txBox="1"/>
          <p:nvPr/>
        </p:nvSpPr>
        <p:spPr>
          <a:xfrm>
            <a:off x="5606640" y="2836278"/>
            <a:ext cx="563691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SrcBE</a:t>
            </a:r>
            <a:r>
              <a:rPr lang="en-US" altLang="zh-CN" sz="700" b="1" dirty="0"/>
              <a:t> </a:t>
            </a:r>
            <a:endParaRPr lang="zh-CN" altLang="en-US" sz="700" b="1" dirty="0"/>
          </a:p>
        </p:txBody>
      </p:sp>
      <p:sp>
        <p:nvSpPr>
          <p:cNvPr id="811" name="文本框 810"/>
          <p:cNvSpPr txBox="1"/>
          <p:nvPr/>
        </p:nvSpPr>
        <p:spPr>
          <a:xfrm>
            <a:off x="7131050" y="2888615"/>
            <a:ext cx="807720" cy="198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WriteDataM_1</a:t>
            </a:r>
            <a:endParaRPr lang="zh-CN" altLang="en-US" sz="700" b="1" dirty="0"/>
          </a:p>
        </p:txBody>
      </p:sp>
      <p:sp>
        <p:nvSpPr>
          <p:cNvPr id="815" name="文本框 814"/>
          <p:cNvSpPr txBox="1"/>
          <p:nvPr/>
        </p:nvSpPr>
        <p:spPr>
          <a:xfrm>
            <a:off x="7158990" y="2472690"/>
            <a:ext cx="779145" cy="198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ALUResultM_1</a:t>
            </a:r>
            <a:endParaRPr lang="zh-CN" altLang="en-US" sz="700" b="1" dirty="0"/>
          </a:p>
        </p:txBody>
      </p:sp>
      <p:sp>
        <p:nvSpPr>
          <p:cNvPr id="834" name="文本框 833"/>
          <p:cNvSpPr txBox="1"/>
          <p:nvPr/>
        </p:nvSpPr>
        <p:spPr>
          <a:xfrm>
            <a:off x="6388100" y="3345815"/>
            <a:ext cx="66421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 err="1"/>
              <a:t>PCTargetE</a:t>
            </a:r>
            <a:endParaRPr lang="zh-CN" altLang="en-US" sz="800" b="1" dirty="0"/>
          </a:p>
        </p:txBody>
      </p:sp>
      <p:sp>
        <p:nvSpPr>
          <p:cNvPr id="848" name="文本框 847"/>
          <p:cNvSpPr txBox="1"/>
          <p:nvPr/>
        </p:nvSpPr>
        <p:spPr>
          <a:xfrm>
            <a:off x="9002622" y="5153735"/>
            <a:ext cx="758523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700" b="1" dirty="0" err="1"/>
              <a:t>ResultW</a:t>
            </a:r>
            <a:endParaRPr lang="zh-CN" altLang="en-US" sz="700" b="1" dirty="0"/>
          </a:p>
        </p:txBody>
      </p:sp>
      <p:sp>
        <p:nvSpPr>
          <p:cNvPr id="10" name="矩形 9"/>
          <p:cNvSpPr/>
          <p:nvPr/>
        </p:nvSpPr>
        <p:spPr>
          <a:xfrm>
            <a:off x="8590280" y="2453640"/>
            <a:ext cx="617855" cy="10902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04275" y="678180"/>
            <a:ext cx="184785" cy="16833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 rot="10800000">
            <a:off x="8817024" y="683033"/>
            <a:ext cx="135937" cy="8181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8888896" y="569816"/>
            <a:ext cx="635" cy="10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700135" y="401955"/>
            <a:ext cx="393065" cy="2311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900" b="1" dirty="0"/>
              <a:t>CLK</a:t>
            </a:r>
            <a:endParaRPr lang="zh-CN" altLang="en-US" sz="9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8608060" y="2799715"/>
            <a:ext cx="855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BRAM</a:t>
            </a:r>
            <a:endParaRPr lang="en-US" altLang="zh-CN" sz="1400" b="1"/>
          </a:p>
        </p:txBody>
      </p:sp>
      <p:sp>
        <p:nvSpPr>
          <p:cNvPr id="20" name="矩形 19"/>
          <p:cNvSpPr/>
          <p:nvPr/>
        </p:nvSpPr>
        <p:spPr>
          <a:xfrm>
            <a:off x="10292871" y="683043"/>
            <a:ext cx="184665" cy="40111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rot="10800000">
            <a:off x="10336579" y="686843"/>
            <a:ext cx="135937" cy="8181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10404475" y="591820"/>
            <a:ext cx="635" cy="98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208249" y="429017"/>
            <a:ext cx="39308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CLK</a:t>
            </a:r>
            <a:endParaRPr lang="zh-CN" altLang="en-US" sz="900" b="1" dirty="0"/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7128395" y="1012980"/>
            <a:ext cx="1666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7128395" y="1160300"/>
            <a:ext cx="1663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9002280" y="826925"/>
            <a:ext cx="129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8988945" y="1018695"/>
            <a:ext cx="129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9002280" y="1151410"/>
            <a:ext cx="129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9203054" y="2953252"/>
            <a:ext cx="1080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7163793" y="3948199"/>
            <a:ext cx="1620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7162523" y="4177434"/>
            <a:ext cx="1620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8787765" y="3876040"/>
            <a:ext cx="184785" cy="8051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等腰三角形 36"/>
          <p:cNvSpPr/>
          <p:nvPr/>
        </p:nvSpPr>
        <p:spPr>
          <a:xfrm rot="10800000">
            <a:off x="8824595" y="3873500"/>
            <a:ext cx="135890" cy="7620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>
            <a:off x="8896516" y="3807046"/>
            <a:ext cx="0" cy="635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8707755" y="3631565"/>
            <a:ext cx="393065" cy="1365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900" b="1" dirty="0"/>
              <a:t>CLK</a:t>
            </a:r>
            <a:endParaRPr lang="zh-CN" altLang="en-US" sz="900" b="1" dirty="0"/>
          </a:p>
        </p:txBody>
      </p:sp>
      <p:cxnSp>
        <p:nvCxnSpPr>
          <p:cNvPr id="40" name="直接连接符 39"/>
          <p:cNvCxnSpPr/>
          <p:nvPr/>
        </p:nvCxnSpPr>
        <p:spPr>
          <a:xfrm flipH="1" flipV="1">
            <a:off x="8308340" y="2099945"/>
            <a:ext cx="0" cy="588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8308339" y="2111877"/>
            <a:ext cx="504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8996679" y="2099812"/>
            <a:ext cx="129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10472419" y="2099812"/>
            <a:ext cx="589915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0477499" y="2951982"/>
            <a:ext cx="900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8976994" y="3964172"/>
            <a:ext cx="133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8976994" y="4188962"/>
            <a:ext cx="129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8966834" y="4588377"/>
            <a:ext cx="133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6799194" y="4353220"/>
            <a:ext cx="180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V="1">
            <a:off x="7163158" y="4349519"/>
            <a:ext cx="1620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8976359" y="4349617"/>
            <a:ext cx="129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10477499" y="4188327"/>
            <a:ext cx="589915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10472419" y="4349617"/>
            <a:ext cx="684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10477499" y="4588377"/>
            <a:ext cx="79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流程图: 手动操作 82"/>
          <p:cNvSpPr/>
          <p:nvPr/>
        </p:nvSpPr>
        <p:spPr>
          <a:xfrm rot="16200000">
            <a:off x="11129010" y="3014980"/>
            <a:ext cx="758190" cy="233680"/>
          </a:xfrm>
          <a:prstGeom prst="flowChartManualOperat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/>
        </p:nvCxnSpPr>
        <p:spPr>
          <a:xfrm flipH="1" flipV="1">
            <a:off x="11067415" y="2103120"/>
            <a:ext cx="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11067414" y="2816092"/>
            <a:ext cx="324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H="1" flipV="1">
            <a:off x="11062335" y="3101975"/>
            <a:ext cx="0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11067414" y="3101842"/>
            <a:ext cx="324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 flipV="1">
            <a:off x="11156315" y="3268345"/>
            <a:ext cx="0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11156314" y="3268212"/>
            <a:ext cx="21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H="1" flipV="1">
            <a:off x="11269345" y="3440430"/>
            <a:ext cx="0" cy="115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11269344" y="3440297"/>
            <a:ext cx="108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flipH="1" flipV="1">
            <a:off x="11873230" y="3133090"/>
            <a:ext cx="0" cy="219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11621134" y="3122162"/>
            <a:ext cx="2592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11314430" y="3008630"/>
            <a:ext cx="387985" cy="199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 b="1"/>
              <a:t>WB</a:t>
            </a:r>
            <a:endParaRPr lang="en-US" altLang="zh-CN" sz="900" b="1"/>
          </a:p>
        </p:txBody>
      </p:sp>
      <p:sp>
        <p:nvSpPr>
          <p:cNvPr id="102" name="文本框 101"/>
          <p:cNvSpPr txBox="1"/>
          <p:nvPr/>
        </p:nvSpPr>
        <p:spPr>
          <a:xfrm>
            <a:off x="11434445" y="3778885"/>
            <a:ext cx="2966085" cy="241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09" name="直接连接符 108"/>
          <p:cNvCxnSpPr/>
          <p:nvPr/>
        </p:nvCxnSpPr>
        <p:spPr>
          <a:xfrm>
            <a:off x="5928660" y="2289787"/>
            <a:ext cx="25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5934375" y="2947647"/>
            <a:ext cx="25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H="1">
            <a:off x="6171883" y="2274314"/>
            <a:ext cx="0" cy="216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6185853" y="2830574"/>
            <a:ext cx="0" cy="108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6174216" y="2490950"/>
            <a:ext cx="144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H="1">
            <a:off x="7056438" y="4673979"/>
            <a:ext cx="0" cy="2412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5367703" y="4910183"/>
            <a:ext cx="16848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>
            <a:off x="5374323" y="2067304"/>
            <a:ext cx="0" cy="2844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 flipV="1">
            <a:off x="5378561" y="2073755"/>
            <a:ext cx="311785" cy="6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 flipV="1">
            <a:off x="5378561" y="2903700"/>
            <a:ext cx="310515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flipH="1">
            <a:off x="8896033" y="4694299"/>
            <a:ext cx="0" cy="432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 flipV="1">
            <a:off x="5454698" y="5126083"/>
            <a:ext cx="3441700" cy="1714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5463223" y="2222244"/>
            <a:ext cx="0" cy="2952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 flipV="1">
            <a:off x="5466826" y="3015460"/>
            <a:ext cx="2268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5470636" y="2227425"/>
            <a:ext cx="21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10472419" y="3964172"/>
            <a:ext cx="324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 flipH="1" flipV="1">
            <a:off x="10789285" y="3976370"/>
            <a:ext cx="0" cy="103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 flipH="1">
            <a:off x="10388283" y="4681599"/>
            <a:ext cx="15875" cy="92519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5562648" y="5600428"/>
            <a:ext cx="4822190" cy="635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5566728" y="2355594"/>
            <a:ext cx="10160" cy="3256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 flipV="1">
            <a:off x="5567156" y="3134205"/>
            <a:ext cx="1296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 flipV="1">
            <a:off x="5567156" y="2361410"/>
            <a:ext cx="1332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>
            <a:off x="6450648" y="1651379"/>
            <a:ext cx="0" cy="720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/>
        </p:nvCxnSpPr>
        <p:spPr>
          <a:xfrm>
            <a:off x="6085523" y="1796159"/>
            <a:ext cx="0" cy="89598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 flipV="1">
            <a:off x="5870051" y="2688435"/>
            <a:ext cx="21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5864543" y="2694684"/>
            <a:ext cx="0" cy="72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5819458" y="3181094"/>
            <a:ext cx="4445" cy="277177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 flipH="1" flipV="1">
            <a:off x="5819458" y="2534029"/>
            <a:ext cx="0" cy="2016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6872705" y="1628445"/>
            <a:ext cx="0" cy="47523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6562041" y="1539438"/>
            <a:ext cx="312942" cy="971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562041" y="1533819"/>
            <a:ext cx="0" cy="300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560296" y="1828437"/>
            <a:ext cx="155308" cy="5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559763" y="1921943"/>
            <a:ext cx="0" cy="300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6553289" y="1885541"/>
            <a:ext cx="161443" cy="36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553289" y="2103683"/>
            <a:ext cx="326628" cy="119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239828" y="2080639"/>
            <a:ext cx="0" cy="756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5977555" y="1718922"/>
            <a:ext cx="57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76938" y="1713609"/>
            <a:ext cx="0" cy="576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239927" y="2081045"/>
            <a:ext cx="324000" cy="0"/>
          </a:xfrm>
          <a:prstGeom prst="line">
            <a:avLst/>
          </a:prstGeom>
          <a:ln w="127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 rot="16200000">
            <a:off x="6438900" y="1682115"/>
            <a:ext cx="652780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branch</a:t>
            </a:r>
            <a:endParaRPr lang="en-US" altLang="zh-CN" sz="9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备注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线段设定及加粗（实例如下）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（普通</a:t>
            </a:r>
            <a:r>
              <a:rPr lang="en-US" altLang="zh-CN" dirty="0"/>
              <a:t>/1</a:t>
            </a:r>
            <a:r>
              <a:rPr lang="zh-CN" altLang="en-US" dirty="0"/>
              <a:t>磅）    （加粗</a:t>
            </a:r>
            <a:r>
              <a:rPr lang="en-US" altLang="zh-CN" dirty="0"/>
              <a:t>/2</a:t>
            </a:r>
            <a:r>
              <a:rPr lang="zh-CN" altLang="en-US" dirty="0"/>
              <a:t>磅）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1209734" y="2754559"/>
            <a:ext cx="12097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941983" y="2754559"/>
            <a:ext cx="1743607" cy="0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WPS 演示</Application>
  <PresentationFormat>宽屏</PresentationFormat>
  <Paragraphs>176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备注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冥 白</dc:creator>
  <cp:lastModifiedBy>加勒比海盗</cp:lastModifiedBy>
  <cp:revision>36</cp:revision>
  <dcterms:created xsi:type="dcterms:W3CDTF">2026-05-04T07:04:00Z</dcterms:created>
  <dcterms:modified xsi:type="dcterms:W3CDTF">2026-05-05T06:36:28Z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ABBC97916DED4619B7A717BBE8F2D17C_12</vt:lpwstr>
  </property>
</Properties>
</file>